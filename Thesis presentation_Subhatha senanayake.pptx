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02" r:id="rId4"/>
  </p:sldMasterIdLst>
  <p:notesMasterIdLst>
    <p:notesMasterId r:id="rId26"/>
  </p:notesMasterIdLst>
  <p:handoutMasterIdLst>
    <p:handoutMasterId r:id="rId27"/>
  </p:handoutMasterIdLst>
  <p:sldIdLst>
    <p:sldId id="260" r:id="rId5"/>
    <p:sldId id="258" r:id="rId6"/>
    <p:sldId id="268" r:id="rId7"/>
    <p:sldId id="269" r:id="rId8"/>
    <p:sldId id="275" r:id="rId9"/>
    <p:sldId id="270" r:id="rId10"/>
    <p:sldId id="276" r:id="rId11"/>
    <p:sldId id="271" r:id="rId12"/>
    <p:sldId id="278" r:id="rId13"/>
    <p:sldId id="279" r:id="rId14"/>
    <p:sldId id="280" r:id="rId15"/>
    <p:sldId id="281" r:id="rId16"/>
    <p:sldId id="282" r:id="rId17"/>
    <p:sldId id="283" r:id="rId18"/>
    <p:sldId id="284" r:id="rId19"/>
    <p:sldId id="277" r:id="rId20"/>
    <p:sldId id="273" r:id="rId21"/>
    <p:sldId id="285" r:id="rId22"/>
    <p:sldId id="274" r:id="rId23"/>
    <p:sldId id="286" r:id="rId24"/>
    <p:sldId id="261" r:id="rId25"/>
  </p:sldIdLst>
  <p:sldSz cx="12192000" cy="6858000"/>
  <p:notesSz cx="9144000" cy="6858000"/>
  <p:defaultTextStyle>
    <a:defPPr>
      <a:defRPr lang="e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160" userDrawn="1">
          <p15:clr>
            <a:srgbClr val="A4A3A4"/>
          </p15:clr>
        </p15:guide>
        <p15:guide id="2" pos="288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B53309C-F8C7-5634-E3FB-7898CBFFA99C}" name="Jānis Grabis" initials="JG" userId="S::janis.grabis_1@rtu.lv::29ee04a4-59e4-4329-8ac8-150b96a5f88a" providerId="AD"/>
  <p188:author id="{3C7D22CA-D28D-8D3E-B68C-27FF9209EF39}" name="Dmitrijs Bļizņuks" initials="DB" userId="S::dmitrijs.bliznuks@rtu.lv::fa7fef31-a725-4c0b-bcaa-3dcc1921812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551"/>
    <a:srgbClr val="B72E91"/>
    <a:srgbClr val="293B97"/>
    <a:srgbClr val="1E2785"/>
    <a:srgbClr val="313131"/>
    <a:srgbClr val="1E297F"/>
    <a:srgbClr val="424242"/>
    <a:srgbClr val="F4F4F4"/>
    <a:srgbClr val="F4F498"/>
    <a:srgbClr val="98989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401" autoAdjust="0"/>
    <p:restoredTop sz="94658" autoAdjust="0"/>
  </p:normalViewPr>
  <p:slideViewPr>
    <p:cSldViewPr snapToGrid="0" snapToObjects="1">
      <p:cViewPr varScale="1">
        <p:scale>
          <a:sx n="120" d="100"/>
          <a:sy n="120" d="100"/>
        </p:scale>
        <p:origin x="624" y="18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85" d="100"/>
          <a:sy n="85" d="100"/>
        </p:scale>
        <p:origin x="-3774" y="-96"/>
      </p:cViewPr>
      <p:guideLst>
        <p:guide orient="horz" pos="2160"/>
        <p:guide pos="288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179484" y="0"/>
            <a:ext cx="3962400" cy="342900"/>
          </a:xfrm>
          <a:prstGeom prst="rect">
            <a:avLst/>
          </a:prstGeom>
        </p:spPr>
        <p:txBody>
          <a:bodyPr vert="horz" lIns="91440" tIns="45720" rIns="91440" bIns="45720" rtlCol="0"/>
          <a:lstStyle>
            <a:lvl1pPr algn="r">
              <a:defRPr sz="1200"/>
            </a:lvl1pPr>
          </a:lstStyle>
          <a:p>
            <a:fld id="{A3FDBB95-2919-BA49-BF3E-F989F8D69C19}" type="datetimeFigureOut">
              <a:rPr lang="en-US" smtClean="0"/>
              <a:t>4/7/26</a:t>
            </a:fld>
            <a:endParaRPr lang="en-US"/>
          </a:p>
        </p:txBody>
      </p:sp>
      <p:sp>
        <p:nvSpPr>
          <p:cNvPr id="4" name="Footer Placeholder 3"/>
          <p:cNvSpPr>
            <a:spLocks noGrp="1"/>
          </p:cNvSpPr>
          <p:nvPr>
            <p:ph type="ftr" sz="quarter" idx="2"/>
          </p:nvPr>
        </p:nvSpPr>
        <p:spPr>
          <a:xfrm>
            <a:off x="0" y="6513910"/>
            <a:ext cx="3962400" cy="3429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179484" y="6513910"/>
            <a:ext cx="3962400" cy="342900"/>
          </a:xfrm>
          <a:prstGeom prst="rect">
            <a:avLst/>
          </a:prstGeom>
        </p:spPr>
        <p:txBody>
          <a:bodyPr vert="horz" lIns="91440" tIns="45720" rIns="91440" bIns="45720" rtlCol="0" anchor="b"/>
          <a:lstStyle>
            <a:lvl1pPr algn="r">
              <a:defRPr sz="1200"/>
            </a:lvl1pPr>
          </a:lstStyle>
          <a:p>
            <a:fld id="{CD7869F8-E71A-D14F-A8BC-587CDE7D4EBD}" type="slidenum">
              <a:rPr lang="en-US" smtClean="0"/>
              <a:t>‹#›</a:t>
            </a:fld>
            <a:endParaRPr lang="en-US"/>
          </a:p>
        </p:txBody>
      </p:sp>
    </p:spTree>
    <p:extLst>
      <p:ext uri="{BB962C8B-B14F-4D97-AF65-F5344CB8AC3E}">
        <p14:creationId xmlns:p14="http://schemas.microsoft.com/office/powerpoint/2010/main" val="37522047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2900"/>
          </a:xfrm>
          <a:prstGeom prst="rect">
            <a:avLst/>
          </a:prstGeom>
        </p:spPr>
        <p:txBody>
          <a:bodyPr vert="horz" lIns="91440" tIns="45720" rIns="91440" bIns="45720" rtlCol="0"/>
          <a:lstStyle>
            <a:lvl1pPr algn="r">
              <a:defRPr sz="1200"/>
            </a:lvl1pPr>
          </a:lstStyle>
          <a:p>
            <a:fld id="{D11E34D1-F639-E448-89D5-A8813FF58557}" type="datetimeFigureOut">
              <a:rPr lang="en-US" smtClean="0"/>
              <a:t>4/7/26</a:t>
            </a:fld>
            <a:endParaRPr lang="en-US"/>
          </a:p>
        </p:txBody>
      </p:sp>
      <p:sp>
        <p:nvSpPr>
          <p:cNvPr id="4" name="Slide Image Placeholder 3"/>
          <p:cNvSpPr>
            <a:spLocks noGrp="1" noRot="1" noChangeAspect="1"/>
          </p:cNvSpPr>
          <p:nvPr>
            <p:ph type="sldImg" idx="2"/>
          </p:nvPr>
        </p:nvSpPr>
        <p:spPr>
          <a:xfrm>
            <a:off x="2286000" y="514350"/>
            <a:ext cx="4572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lv-LV"/>
              <a:t>Click to edit Master text styles</a:t>
            </a:r>
          </a:p>
          <a:p>
            <a:pPr lvl="1"/>
            <a:r>
              <a:rPr lang="lv-LV"/>
              <a:t>Second level</a:t>
            </a:r>
          </a:p>
          <a:p>
            <a:pPr lvl="2"/>
            <a:r>
              <a:rPr lang="lv-LV"/>
              <a:t>Third level</a:t>
            </a:r>
          </a:p>
          <a:p>
            <a:pPr lvl="3"/>
            <a:r>
              <a:rPr lang="lv-LV"/>
              <a:t>Fourth level</a:t>
            </a:r>
          </a:p>
          <a:p>
            <a:pPr lvl="4"/>
            <a:r>
              <a:rPr lang="lv-LV"/>
              <a:t>Fifth level</a:t>
            </a:r>
            <a:endParaRPr lang="en-US"/>
          </a:p>
        </p:txBody>
      </p:sp>
      <p:sp>
        <p:nvSpPr>
          <p:cNvPr id="6" name="Footer Placeholder 5"/>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2900"/>
          </a:xfrm>
          <a:prstGeom prst="rect">
            <a:avLst/>
          </a:prstGeom>
        </p:spPr>
        <p:txBody>
          <a:bodyPr vert="horz" lIns="91440" tIns="45720" rIns="91440" bIns="45720" rtlCol="0" anchor="b"/>
          <a:lstStyle>
            <a:lvl1pPr algn="r">
              <a:defRPr sz="1200"/>
            </a:lvl1pPr>
          </a:lstStyle>
          <a:p>
            <a:fld id="{872579E2-A0C5-8541-B354-36B522AD5324}" type="slidenum">
              <a:rPr lang="en-US" smtClean="0"/>
              <a:t>‹#›</a:t>
            </a:fld>
            <a:endParaRPr lang="en-US"/>
          </a:p>
        </p:txBody>
      </p:sp>
    </p:spTree>
    <p:extLst>
      <p:ext uri="{BB962C8B-B14F-4D97-AF65-F5344CB8AC3E}">
        <p14:creationId xmlns:p14="http://schemas.microsoft.com/office/powerpoint/2010/main" val="3082597048"/>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ulslaids">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81" y="0"/>
            <a:ext cx="12187238" cy="6858000"/>
          </a:xfrm>
          <a:prstGeom prst="rect">
            <a:avLst/>
          </a:prstGeom>
        </p:spPr>
      </p:pic>
      <p:sp>
        <p:nvSpPr>
          <p:cNvPr id="3" name="Text Placeholder 2"/>
          <p:cNvSpPr>
            <a:spLocks noGrp="1"/>
          </p:cNvSpPr>
          <p:nvPr>
            <p:ph type="body" sz="quarter" idx="11" hasCustomPrompt="1"/>
          </p:nvPr>
        </p:nvSpPr>
        <p:spPr>
          <a:xfrm>
            <a:off x="874185" y="3314700"/>
            <a:ext cx="10619316" cy="495300"/>
          </a:xfrm>
        </p:spPr>
        <p:txBody>
          <a:bodyPr>
            <a:no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2700">
                <a:solidFill>
                  <a:srgbClr val="005551"/>
                </a:solidFill>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lv-LV" sz="2700" dirty="0" err="1"/>
              <a:t>Text</a:t>
            </a:r>
            <a:r>
              <a:rPr lang="lv-LV" sz="2700" dirty="0"/>
              <a:t>, </a:t>
            </a:r>
            <a:r>
              <a:rPr lang="lv-LV" sz="2700" dirty="0" err="1"/>
              <a:t>text</a:t>
            </a:r>
            <a:r>
              <a:rPr lang="lv-LV" sz="2700" dirty="0"/>
              <a:t>, </a:t>
            </a:r>
            <a:r>
              <a:rPr lang="lv-LV" sz="2700" dirty="0" err="1"/>
              <a:t>text</a:t>
            </a:r>
            <a:endParaRPr lang="en-US" sz="2700" dirty="0"/>
          </a:p>
        </p:txBody>
      </p:sp>
      <p:sp>
        <p:nvSpPr>
          <p:cNvPr id="11" name="Text Placeholder 10"/>
          <p:cNvSpPr>
            <a:spLocks noGrp="1"/>
          </p:cNvSpPr>
          <p:nvPr>
            <p:ph type="body" sz="quarter" idx="14" hasCustomPrompt="1"/>
          </p:nvPr>
        </p:nvSpPr>
        <p:spPr>
          <a:xfrm>
            <a:off x="846667" y="4162426"/>
            <a:ext cx="10619316" cy="276225"/>
          </a:xfrm>
        </p:spPr>
        <p:txBody>
          <a:bodyPr>
            <a:noAutofit/>
          </a:bodyPr>
          <a:lstStyle>
            <a:lvl1pPr marL="0" indent="0" algn="l">
              <a:buNone/>
              <a:defRPr sz="1400" baseline="0">
                <a:solidFill>
                  <a:srgbClr val="005551"/>
                </a:solidFill>
              </a:defRPr>
            </a:lvl1pPr>
          </a:lstStyle>
          <a:p>
            <a:pPr lvl="0"/>
            <a:r>
              <a:rPr lang="lv-LV" dirty="0"/>
              <a:t>Vārds, uzvārds</a:t>
            </a:r>
          </a:p>
        </p:txBody>
      </p:sp>
      <p:sp>
        <p:nvSpPr>
          <p:cNvPr id="13" name="Text Placeholder 12"/>
          <p:cNvSpPr>
            <a:spLocks noGrp="1"/>
          </p:cNvSpPr>
          <p:nvPr>
            <p:ph type="body" sz="quarter" idx="15" hasCustomPrompt="1"/>
          </p:nvPr>
        </p:nvSpPr>
        <p:spPr>
          <a:xfrm>
            <a:off x="846667" y="4438650"/>
            <a:ext cx="10619316" cy="285750"/>
          </a:xfrm>
        </p:spPr>
        <p:txBody>
          <a:bodyPr>
            <a:noAutofit/>
          </a:bodyPr>
          <a:lstStyle>
            <a:lvl1pPr marL="0" indent="0" algn="l">
              <a:buNone/>
              <a:defRPr sz="1400">
                <a:solidFill>
                  <a:srgbClr val="005551"/>
                </a:solidFill>
              </a:defRPr>
            </a:lvl1pPr>
          </a:lstStyle>
          <a:p>
            <a:pPr lvl="0"/>
            <a:r>
              <a:rPr lang="lv-LV" sz="1400" dirty="0"/>
              <a:t>Amats</a:t>
            </a:r>
            <a:endParaRPr lang="lv-LV" dirty="0"/>
          </a:p>
        </p:txBody>
      </p:sp>
      <p:sp>
        <p:nvSpPr>
          <p:cNvPr id="15" name="Text Placeholder 14"/>
          <p:cNvSpPr>
            <a:spLocks noGrp="1"/>
          </p:cNvSpPr>
          <p:nvPr>
            <p:ph type="body" sz="quarter" idx="16" hasCustomPrompt="1"/>
          </p:nvPr>
        </p:nvSpPr>
        <p:spPr>
          <a:xfrm>
            <a:off x="874185" y="1362075"/>
            <a:ext cx="10619316" cy="1809750"/>
          </a:xfrm>
        </p:spPr>
        <p:txBody>
          <a:bodyPr>
            <a:normAutofit/>
          </a:bodyPr>
          <a:lstStyle>
            <a:lvl1pPr marL="0" indent="0" algn="l">
              <a:buNone/>
              <a:defRPr sz="5500" b="1" baseline="0">
                <a:solidFill>
                  <a:srgbClr val="005551"/>
                </a:solidFill>
              </a:defRPr>
            </a:lvl1pPr>
          </a:lstStyle>
          <a:p>
            <a:pPr lvl="0"/>
            <a:r>
              <a:rPr lang="lv-LV" dirty="0"/>
              <a:t>Jaunas prezentācijas nosaukums</a:t>
            </a:r>
          </a:p>
        </p:txBody>
      </p:sp>
      <p:sp>
        <p:nvSpPr>
          <p:cNvPr id="9" name="Text Placeholder 10"/>
          <p:cNvSpPr>
            <a:spLocks noGrp="1"/>
          </p:cNvSpPr>
          <p:nvPr>
            <p:ph type="body" sz="quarter" idx="17" hasCustomPrompt="1"/>
          </p:nvPr>
        </p:nvSpPr>
        <p:spPr>
          <a:xfrm>
            <a:off x="846667" y="5057776"/>
            <a:ext cx="10619316" cy="276225"/>
          </a:xfrm>
        </p:spPr>
        <p:txBody>
          <a:bodyPr>
            <a:noAutofit/>
          </a:bodyPr>
          <a:lstStyle>
            <a:lvl1pPr marL="0" indent="0" algn="l">
              <a:buNone/>
              <a:defRPr sz="1400" baseline="0">
                <a:solidFill>
                  <a:srgbClr val="005551"/>
                </a:solidFill>
              </a:defRPr>
            </a:lvl1pPr>
          </a:lstStyle>
          <a:p>
            <a:pPr lvl="0"/>
            <a:r>
              <a:rPr lang="lv-LV" dirty="0"/>
              <a:t>Datums</a:t>
            </a:r>
          </a:p>
        </p:txBody>
      </p:sp>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992762" y="5421813"/>
            <a:ext cx="1500739" cy="1500739"/>
          </a:xfrm>
          <a:prstGeom prst="rect">
            <a:avLst/>
          </a:prstGeom>
        </p:spPr>
      </p:pic>
    </p:spTree>
    <p:extLst>
      <p:ext uri="{BB962C8B-B14F-4D97-AF65-F5344CB8AC3E}">
        <p14:creationId xmlns:p14="http://schemas.microsoft.com/office/powerpoint/2010/main" val="18447570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Nosaukums">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840727" y="2883357"/>
            <a:ext cx="8534400" cy="1197576"/>
          </a:xfrm>
        </p:spPr>
        <p:txBody>
          <a:bodyPr anchor="ctr">
            <a:normAutofit/>
          </a:bodyPr>
          <a:lstStyle>
            <a:lvl1pPr marL="0" indent="0" algn="ctr">
              <a:buNone/>
              <a:defRPr sz="2000">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lv-LV" dirty="0"/>
              <a:t>Click to edit Master subtitle style</a:t>
            </a:r>
            <a:endParaRPr lang="en-US" dirty="0"/>
          </a:p>
        </p:txBody>
      </p:sp>
      <p:sp>
        <p:nvSpPr>
          <p:cNvPr id="15" name="Text Placeholder 14"/>
          <p:cNvSpPr>
            <a:spLocks noGrp="1"/>
          </p:cNvSpPr>
          <p:nvPr>
            <p:ph type="body" sz="quarter" idx="10"/>
          </p:nvPr>
        </p:nvSpPr>
        <p:spPr>
          <a:xfrm>
            <a:off x="1840727" y="4354824"/>
            <a:ext cx="8534400" cy="1341437"/>
          </a:xfrm>
        </p:spPr>
        <p:txBody>
          <a:bodyPr anchor="ctr">
            <a:normAutofit/>
          </a:bodyPr>
          <a:lstStyle>
            <a:lvl1pPr marL="0" indent="0" algn="ctr">
              <a:buNone/>
              <a:defRPr sz="1400">
                <a:solidFill>
                  <a:schemeClr val="accent4"/>
                </a:solidFill>
              </a:defRPr>
            </a:lvl1pPr>
            <a:lvl2pPr marL="457200" indent="0">
              <a:buNone/>
              <a:defRPr/>
            </a:lvl2pPr>
            <a:lvl3pPr marL="914400" indent="0">
              <a:buNone/>
              <a:defRPr/>
            </a:lvl3pPr>
            <a:lvl4pPr marL="1371600" indent="0">
              <a:buNone/>
              <a:defRPr/>
            </a:lvl4pPr>
            <a:lvl5pPr marL="1828800" indent="0">
              <a:buNone/>
              <a:defRPr/>
            </a:lvl5pPr>
          </a:lstStyle>
          <a:p>
            <a:pPr lvl="0"/>
            <a:r>
              <a:rPr lang="lv-LV" dirty="0"/>
              <a:t>Click to edit Master text styles</a:t>
            </a:r>
          </a:p>
        </p:txBody>
      </p:sp>
      <p:sp>
        <p:nvSpPr>
          <p:cNvPr id="17" name="Rectangle 16"/>
          <p:cNvSpPr/>
          <p:nvPr userDrawn="1"/>
        </p:nvSpPr>
        <p:spPr>
          <a:xfrm>
            <a:off x="3221198" y="2741101"/>
            <a:ext cx="5773460" cy="36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cxnSp>
        <p:nvCxnSpPr>
          <p:cNvPr id="18" name="Straight Connector 17"/>
          <p:cNvCxnSpPr/>
          <p:nvPr userDrawn="1"/>
        </p:nvCxnSpPr>
        <p:spPr>
          <a:xfrm>
            <a:off x="3747523" y="4238143"/>
            <a:ext cx="4720808" cy="0"/>
          </a:xfrm>
          <a:prstGeom prst="line">
            <a:avLst/>
          </a:prstGeom>
          <a:ln w="3175" cmpd="sng">
            <a:solidFill>
              <a:schemeClr val="accent1"/>
            </a:solidFill>
          </a:ln>
        </p:spPr>
        <p:style>
          <a:lnRef idx="1">
            <a:schemeClr val="dk1"/>
          </a:lnRef>
          <a:fillRef idx="0">
            <a:schemeClr val="dk1"/>
          </a:fillRef>
          <a:effectRef idx="0">
            <a:schemeClr val="dk1"/>
          </a:effectRef>
          <a:fontRef idx="minor">
            <a:schemeClr val="tx1"/>
          </a:fontRef>
        </p:style>
      </p:cxnSp>
      <p:sp>
        <p:nvSpPr>
          <p:cNvPr id="8" name="Slide Number Placeholder 6"/>
          <p:cNvSpPr>
            <a:spLocks noGrp="1"/>
          </p:cNvSpPr>
          <p:nvPr>
            <p:ph type="sldNum" sz="quarter" idx="4"/>
          </p:nvPr>
        </p:nvSpPr>
        <p:spPr>
          <a:xfrm>
            <a:off x="609599" y="6272743"/>
            <a:ext cx="3296356" cy="365125"/>
          </a:xfrm>
          <a:prstGeom prst="rect">
            <a:avLst/>
          </a:prstGeom>
        </p:spPr>
        <p:txBody>
          <a:bodyPr/>
          <a:lstStyle>
            <a:lvl1pPr algn="l">
              <a:defRPr sz="1200">
                <a:solidFill>
                  <a:srgbClr val="A6A6A6"/>
                </a:solidFill>
                <a:latin typeface="Arial"/>
                <a:cs typeface="Arial"/>
              </a:defRPr>
            </a:lvl1pPr>
          </a:lstStyle>
          <a:p>
            <a:r>
              <a:rPr lang="lv-LV" dirty="0"/>
              <a:t>RTU Liepāja</a:t>
            </a:r>
            <a:endParaRPr lang="en-US" dirty="0"/>
          </a:p>
        </p:txBody>
      </p:sp>
      <p:sp>
        <p:nvSpPr>
          <p:cNvPr id="10" name="Title 9"/>
          <p:cNvSpPr>
            <a:spLocks noGrp="1"/>
          </p:cNvSpPr>
          <p:nvPr>
            <p:ph type="title"/>
          </p:nvPr>
        </p:nvSpPr>
        <p:spPr>
          <a:xfrm>
            <a:off x="598315" y="1420280"/>
            <a:ext cx="10972800" cy="1143000"/>
          </a:xfrm>
        </p:spPr>
        <p:txBody>
          <a:bodyPr/>
          <a:lstStyle>
            <a:lvl1pPr algn="ctr">
              <a:defRPr/>
            </a:lvl1pPr>
          </a:lstStyle>
          <a:p>
            <a:r>
              <a:rPr lang="lv-LV" dirty="0"/>
              <a:t>Click to edit Master title style</a:t>
            </a:r>
            <a:endParaRPr lang="en-US" dirty="0"/>
          </a:p>
        </p:txBody>
      </p:sp>
    </p:spTree>
    <p:extLst>
      <p:ext uri="{BB962C8B-B14F-4D97-AF65-F5344CB8AC3E}">
        <p14:creationId xmlns:p14="http://schemas.microsoft.com/office/powerpoint/2010/main" val="33146724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Content Placeholder 2"/>
          <p:cNvSpPr>
            <a:spLocks noGrp="1"/>
          </p:cNvSpPr>
          <p:nvPr>
            <p:ph idx="1"/>
          </p:nvPr>
        </p:nvSpPr>
        <p:spPr>
          <a:xfrm>
            <a:off x="609600" y="1453932"/>
            <a:ext cx="10972800" cy="2789129"/>
          </a:xfrm>
        </p:spPr>
        <p:txBody>
          <a:bodyPr/>
          <a:lstStyle>
            <a:lvl1pPr marL="342900" indent="-342900">
              <a:buFont typeface="Wingdings" charset="2"/>
              <a:buChar char="§"/>
              <a:defRPr sz="2000">
                <a:solidFill>
                  <a:schemeClr val="accent1"/>
                </a:solidFill>
              </a:defRPr>
            </a:lvl1pPr>
            <a:lvl2pPr>
              <a:defRPr sz="1800">
                <a:solidFill>
                  <a:schemeClr val="accent1"/>
                </a:solidFill>
              </a:defRPr>
            </a:lvl2pPr>
            <a:lvl3pPr marL="1143000" indent="-228600">
              <a:buSzPct val="75000"/>
              <a:buFont typeface="Wingdings" charset="2"/>
              <a:buChar char="§"/>
              <a:defRPr sz="1400">
                <a:solidFill>
                  <a:schemeClr val="accent1"/>
                </a:solidFill>
              </a:defRPr>
            </a:lvl3pPr>
            <a:lvl4pPr>
              <a:buSzPct val="75000"/>
              <a:defRPr sz="1400">
                <a:solidFill>
                  <a:schemeClr val="accent1"/>
                </a:solidFill>
              </a:defRPr>
            </a:lvl4pPr>
            <a:lvl5pPr marL="2114550" indent="-285750">
              <a:buSzPct val="50000"/>
              <a:buFont typeface="Wingdings" charset="2"/>
              <a:buChar char="§"/>
              <a:defRPr sz="1400">
                <a:solidFill>
                  <a:schemeClr val="accent1"/>
                </a:solidFill>
              </a:defRPr>
            </a:lvl5pPr>
          </a:lstStyle>
          <a:p>
            <a:pPr lvl="0"/>
            <a:r>
              <a:rPr lang="lv-LV" dirty="0"/>
              <a:t>Click to edit Master text styles</a:t>
            </a:r>
          </a:p>
          <a:p>
            <a:pPr lvl="1"/>
            <a:r>
              <a:rPr lang="lv-LV" dirty="0"/>
              <a:t>Second level</a:t>
            </a:r>
          </a:p>
          <a:p>
            <a:pPr lvl="2"/>
            <a:r>
              <a:rPr lang="lv-LV" dirty="0"/>
              <a:t>Third level</a:t>
            </a:r>
          </a:p>
          <a:p>
            <a:pPr lvl="3"/>
            <a:r>
              <a:rPr lang="lv-LV" dirty="0"/>
              <a:t>Fourth level</a:t>
            </a:r>
          </a:p>
          <a:p>
            <a:pPr lvl="4"/>
            <a:r>
              <a:rPr lang="lv-LV" dirty="0"/>
              <a:t>Fifth level</a:t>
            </a:r>
            <a:endParaRPr lang="en-US" dirty="0"/>
          </a:p>
        </p:txBody>
      </p:sp>
      <p:sp>
        <p:nvSpPr>
          <p:cNvPr id="9" name="TextBox 8"/>
          <p:cNvSpPr txBox="1"/>
          <p:nvPr/>
        </p:nvSpPr>
        <p:spPr>
          <a:xfrm>
            <a:off x="13289747" y="1611586"/>
            <a:ext cx="184731" cy="369332"/>
          </a:xfrm>
          <a:prstGeom prst="rect">
            <a:avLst/>
          </a:prstGeom>
          <a:noFill/>
        </p:spPr>
        <p:txBody>
          <a:bodyPr wrap="none" rtlCol="0">
            <a:spAutoFit/>
          </a:bodyPr>
          <a:lstStyle/>
          <a:p>
            <a:endParaRPr lang="en-US" sz="1800" dirty="0"/>
          </a:p>
        </p:txBody>
      </p:sp>
      <p:sp>
        <p:nvSpPr>
          <p:cNvPr id="12" name="TextBox 11"/>
          <p:cNvSpPr txBox="1"/>
          <p:nvPr/>
        </p:nvSpPr>
        <p:spPr>
          <a:xfrm>
            <a:off x="13289747" y="1611586"/>
            <a:ext cx="184731" cy="369332"/>
          </a:xfrm>
          <a:prstGeom prst="rect">
            <a:avLst/>
          </a:prstGeom>
          <a:noFill/>
        </p:spPr>
        <p:txBody>
          <a:bodyPr wrap="none" rtlCol="0">
            <a:spAutoFit/>
          </a:bodyPr>
          <a:lstStyle/>
          <a:p>
            <a:endParaRPr lang="en-US" sz="1800" dirty="0"/>
          </a:p>
        </p:txBody>
      </p:sp>
      <p:sp>
        <p:nvSpPr>
          <p:cNvPr id="13" name="TextBox 12"/>
          <p:cNvSpPr txBox="1"/>
          <p:nvPr userDrawn="1"/>
        </p:nvSpPr>
        <p:spPr>
          <a:xfrm>
            <a:off x="13289747" y="1611586"/>
            <a:ext cx="184731" cy="369332"/>
          </a:xfrm>
          <a:prstGeom prst="rect">
            <a:avLst/>
          </a:prstGeom>
          <a:noFill/>
        </p:spPr>
        <p:txBody>
          <a:bodyPr wrap="none" rtlCol="0">
            <a:spAutoFit/>
          </a:bodyPr>
          <a:lstStyle/>
          <a:p>
            <a:endParaRPr lang="en-US" sz="1800" dirty="0"/>
          </a:p>
        </p:txBody>
      </p:sp>
      <p:sp>
        <p:nvSpPr>
          <p:cNvPr id="2" name="Title 1"/>
          <p:cNvSpPr>
            <a:spLocks noGrp="1"/>
          </p:cNvSpPr>
          <p:nvPr>
            <p:ph type="title"/>
          </p:nvPr>
        </p:nvSpPr>
        <p:spPr>
          <a:xfrm>
            <a:off x="609600" y="363965"/>
            <a:ext cx="10972800" cy="770685"/>
          </a:xfrm>
        </p:spPr>
        <p:txBody>
          <a:bodyPr anchor="t">
            <a:noAutofit/>
          </a:bodyPr>
          <a:lstStyle>
            <a:lvl1pPr algn="l">
              <a:defRPr sz="4400" b="1" i="0">
                <a:solidFill>
                  <a:schemeClr val="accent1"/>
                </a:solidFill>
                <a:latin typeface="Arial"/>
                <a:cs typeface="Arial"/>
              </a:defRPr>
            </a:lvl1pPr>
          </a:lstStyle>
          <a:p>
            <a:r>
              <a:rPr lang="lv-LV" dirty="0"/>
              <a:t>Click to edit Master title style</a:t>
            </a:r>
            <a:endParaRPr lang="en-US" dirty="0"/>
          </a:p>
        </p:txBody>
      </p:sp>
      <p:sp>
        <p:nvSpPr>
          <p:cNvPr id="10" name="Slide Number Placeholder 6"/>
          <p:cNvSpPr>
            <a:spLocks noGrp="1"/>
          </p:cNvSpPr>
          <p:nvPr>
            <p:ph type="sldNum" sz="quarter" idx="4"/>
          </p:nvPr>
        </p:nvSpPr>
        <p:spPr>
          <a:xfrm>
            <a:off x="609599" y="6272743"/>
            <a:ext cx="3296356" cy="365125"/>
          </a:xfrm>
          <a:prstGeom prst="rect">
            <a:avLst/>
          </a:prstGeom>
        </p:spPr>
        <p:txBody>
          <a:bodyPr/>
          <a:lstStyle>
            <a:lvl1pPr algn="l">
              <a:defRPr sz="1200">
                <a:solidFill>
                  <a:srgbClr val="A6A6A6"/>
                </a:solidFill>
                <a:latin typeface="Arial"/>
                <a:cs typeface="Arial"/>
              </a:defRPr>
            </a:lvl1pPr>
          </a:lstStyle>
          <a:p>
            <a:r>
              <a:rPr lang="lv-LV" dirty="0"/>
              <a:t>RTU Liepāja</a:t>
            </a:r>
            <a:endParaRPr lang="en-US" dirty="0"/>
          </a:p>
        </p:txBody>
      </p:sp>
      <p:sp>
        <p:nvSpPr>
          <p:cNvPr id="11" name="Date Placeholder 3"/>
          <p:cNvSpPr>
            <a:spLocks noGrp="1"/>
          </p:cNvSpPr>
          <p:nvPr>
            <p:ph type="dt" sz="half" idx="2"/>
          </p:nvPr>
        </p:nvSpPr>
        <p:spPr>
          <a:xfrm>
            <a:off x="7969956" y="6272743"/>
            <a:ext cx="2844800" cy="365125"/>
          </a:xfrm>
          <a:prstGeom prst="rect">
            <a:avLst/>
          </a:prstGeom>
        </p:spPr>
        <p:txBody>
          <a:bodyPr vert="horz" lIns="91440" tIns="45720" rIns="91440" bIns="45720" rtlCol="0" anchor="ctr"/>
          <a:lstStyle>
            <a:lvl1pPr algn="l">
              <a:defRPr sz="1200">
                <a:solidFill>
                  <a:srgbClr val="A6A6A6"/>
                </a:solidFill>
              </a:defRPr>
            </a:lvl1pPr>
          </a:lstStyle>
          <a:p>
            <a:endParaRPr lang="en-US" dirty="0"/>
          </a:p>
        </p:txBody>
      </p:sp>
      <p:sp>
        <p:nvSpPr>
          <p:cNvPr id="14" name="Slide Number Placeholder 6"/>
          <p:cNvSpPr txBox="1">
            <a:spLocks/>
          </p:cNvSpPr>
          <p:nvPr userDrawn="1"/>
        </p:nvSpPr>
        <p:spPr>
          <a:xfrm>
            <a:off x="10938933" y="6272743"/>
            <a:ext cx="643467" cy="365125"/>
          </a:xfrm>
          <a:prstGeom prst="rect">
            <a:avLst/>
          </a:prstGeom>
        </p:spPr>
        <p:txBody>
          <a:bodyPr/>
          <a:lstStyle>
            <a:defPPr>
              <a:defRPr lang="en-US"/>
            </a:defPPr>
            <a:lvl1pPr marL="0" algn="l" defTabSz="457200" rtl="0" eaLnBrk="1" latinLnBrk="0" hangingPunct="1">
              <a:defRPr sz="1200" kern="1200">
                <a:solidFill>
                  <a:srgbClr val="102050"/>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EF746A6-E283-484D-A747-262174EE73C9}" type="slidenum">
              <a:rPr lang="en-US" sz="1200" smtClean="0">
                <a:solidFill>
                  <a:srgbClr val="A6A6A6"/>
                </a:solidFill>
              </a:rPr>
              <a:pPr/>
              <a:t>‹#›</a:t>
            </a:fld>
            <a:endParaRPr lang="en-US" sz="1200" dirty="0">
              <a:solidFill>
                <a:srgbClr val="A6A6A6"/>
              </a:solidFill>
            </a:endParaRPr>
          </a:p>
        </p:txBody>
      </p:sp>
    </p:spTree>
    <p:extLst>
      <p:ext uri="{BB962C8B-B14F-4D97-AF65-F5344CB8AC3E}">
        <p14:creationId xmlns:p14="http://schemas.microsoft.com/office/powerpoint/2010/main" val="19460142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Nodalu_slaids_1">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81" y="0"/>
            <a:ext cx="12187238" cy="6858000"/>
          </a:xfrm>
          <a:prstGeom prst="rect">
            <a:avLst/>
          </a:prstGeom>
        </p:spPr>
      </p:pic>
      <p:sp>
        <p:nvSpPr>
          <p:cNvPr id="7" name="Title 1"/>
          <p:cNvSpPr>
            <a:spLocks noGrp="1"/>
          </p:cNvSpPr>
          <p:nvPr>
            <p:ph type="ctrTitle" hasCustomPrompt="1"/>
          </p:nvPr>
        </p:nvSpPr>
        <p:spPr>
          <a:xfrm>
            <a:off x="914400" y="2547427"/>
            <a:ext cx="10236200" cy="1470025"/>
          </a:xfrm>
        </p:spPr>
        <p:txBody>
          <a:bodyPr>
            <a:noAutofit/>
          </a:bodyPr>
          <a:lstStyle>
            <a:lvl1pPr algn="l">
              <a:defRPr sz="5500" b="1" i="0">
                <a:solidFill>
                  <a:srgbClr val="005551"/>
                </a:solidFill>
                <a:latin typeface="Arial"/>
                <a:cs typeface="Arial"/>
              </a:defRPr>
            </a:lvl1pPr>
          </a:lstStyle>
          <a:p>
            <a:r>
              <a:rPr lang="lv-LV" dirty="0"/>
              <a:t>Nodaļas </a:t>
            </a:r>
            <a:br>
              <a:rPr lang="lv-LV" dirty="0"/>
            </a:br>
            <a:r>
              <a:rPr lang="lv-LV" dirty="0"/>
              <a:t>nosaukums</a:t>
            </a:r>
            <a:endParaRPr lang="en-US" dirty="0"/>
          </a:p>
        </p:txBody>
      </p:sp>
    </p:spTree>
    <p:extLst>
      <p:ext uri="{BB962C8B-B14F-4D97-AF65-F5344CB8AC3E}">
        <p14:creationId xmlns:p14="http://schemas.microsoft.com/office/powerpoint/2010/main" val="18496675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09600" y="361949"/>
            <a:ext cx="10972800" cy="772587"/>
          </a:xfrm>
        </p:spPr>
        <p:txBody>
          <a:bodyPr/>
          <a:lstStyle/>
          <a:p>
            <a:r>
              <a:rPr lang="lv-LV" dirty="0"/>
              <a:t>Click to edit Master title style</a:t>
            </a:r>
            <a:endParaRPr lang="en-US" dirty="0"/>
          </a:p>
        </p:txBody>
      </p:sp>
      <p:sp>
        <p:nvSpPr>
          <p:cNvPr id="3" name="Slide Number Placeholder 2"/>
          <p:cNvSpPr>
            <a:spLocks noGrp="1"/>
          </p:cNvSpPr>
          <p:nvPr>
            <p:ph type="sldNum" sz="quarter" idx="10"/>
          </p:nvPr>
        </p:nvSpPr>
        <p:spPr/>
        <p:txBody>
          <a:bodyPr/>
          <a:lstStyle/>
          <a:p>
            <a:r>
              <a:rPr lang="lv-LV" dirty="0"/>
              <a:t>RTU Liepāja</a:t>
            </a:r>
            <a:endParaRPr lang="en-US" dirty="0"/>
          </a:p>
        </p:txBody>
      </p:sp>
      <p:sp>
        <p:nvSpPr>
          <p:cNvPr id="4" name="Date Placeholder 3"/>
          <p:cNvSpPr>
            <a:spLocks noGrp="1"/>
          </p:cNvSpPr>
          <p:nvPr>
            <p:ph type="dt" sz="half" idx="11"/>
          </p:nvPr>
        </p:nvSpPr>
        <p:spPr/>
        <p:txBody>
          <a:bodyPr/>
          <a:lstStyle/>
          <a:p>
            <a:endParaRPr lang="en-US" dirty="0"/>
          </a:p>
        </p:txBody>
      </p:sp>
      <p:sp>
        <p:nvSpPr>
          <p:cNvPr id="5" name="Content Placeholder 2"/>
          <p:cNvSpPr>
            <a:spLocks noGrp="1"/>
          </p:cNvSpPr>
          <p:nvPr>
            <p:ph idx="1"/>
          </p:nvPr>
        </p:nvSpPr>
        <p:spPr>
          <a:xfrm>
            <a:off x="609600" y="1453932"/>
            <a:ext cx="10972800" cy="2789129"/>
          </a:xfrm>
        </p:spPr>
        <p:txBody>
          <a:bodyPr/>
          <a:lstStyle>
            <a:lvl1pPr marL="342900" indent="-342900">
              <a:buFont typeface="Wingdings" charset="2"/>
              <a:buChar char="§"/>
              <a:defRPr sz="2000">
                <a:solidFill>
                  <a:schemeClr val="accent1"/>
                </a:solidFill>
              </a:defRPr>
            </a:lvl1pPr>
            <a:lvl2pPr>
              <a:defRPr sz="1800">
                <a:solidFill>
                  <a:schemeClr val="accent1"/>
                </a:solidFill>
              </a:defRPr>
            </a:lvl2pPr>
            <a:lvl3pPr marL="1143000" indent="-228600">
              <a:buSzPct val="75000"/>
              <a:buFont typeface="Wingdings" charset="2"/>
              <a:buChar char="§"/>
              <a:defRPr sz="1400">
                <a:solidFill>
                  <a:schemeClr val="accent1"/>
                </a:solidFill>
              </a:defRPr>
            </a:lvl3pPr>
            <a:lvl4pPr>
              <a:buSzPct val="75000"/>
              <a:defRPr sz="1400">
                <a:solidFill>
                  <a:schemeClr val="accent1"/>
                </a:solidFill>
              </a:defRPr>
            </a:lvl4pPr>
            <a:lvl5pPr marL="2114550" indent="-285750">
              <a:buSzPct val="50000"/>
              <a:buFont typeface="Wingdings" charset="2"/>
              <a:buChar char="§"/>
              <a:defRPr sz="1400">
                <a:solidFill>
                  <a:schemeClr val="accent1"/>
                </a:solidFill>
              </a:defRPr>
            </a:lvl5pPr>
          </a:lstStyle>
          <a:p>
            <a:pPr lvl="0"/>
            <a:r>
              <a:rPr lang="lv-LV" dirty="0"/>
              <a:t>Click to edit Master text styles</a:t>
            </a:r>
          </a:p>
          <a:p>
            <a:pPr lvl="1"/>
            <a:r>
              <a:rPr lang="lv-LV" dirty="0"/>
              <a:t>Second level</a:t>
            </a:r>
          </a:p>
          <a:p>
            <a:pPr lvl="2"/>
            <a:r>
              <a:rPr lang="lv-LV" dirty="0"/>
              <a:t>Third level</a:t>
            </a:r>
          </a:p>
          <a:p>
            <a:pPr lvl="3"/>
            <a:r>
              <a:rPr lang="lv-LV" dirty="0"/>
              <a:t>Fourth level</a:t>
            </a:r>
          </a:p>
          <a:p>
            <a:pPr lvl="4"/>
            <a:r>
              <a:rPr lang="lv-LV" dirty="0"/>
              <a:t>Fifth level</a:t>
            </a:r>
            <a:endParaRPr lang="en-US" dirty="0"/>
          </a:p>
        </p:txBody>
      </p:sp>
    </p:spTree>
    <p:extLst>
      <p:ext uri="{BB962C8B-B14F-4D97-AF65-F5344CB8AC3E}">
        <p14:creationId xmlns:p14="http://schemas.microsoft.com/office/powerpoint/2010/main" val="370919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09600" y="361949"/>
            <a:ext cx="10972800" cy="772587"/>
          </a:xfrm>
        </p:spPr>
        <p:txBody>
          <a:bodyPr/>
          <a:lstStyle/>
          <a:p>
            <a:r>
              <a:rPr lang="lv-LV" dirty="0"/>
              <a:t>Click to edit Master title style</a:t>
            </a:r>
            <a:endParaRPr lang="en-US" dirty="0"/>
          </a:p>
        </p:txBody>
      </p:sp>
      <p:sp>
        <p:nvSpPr>
          <p:cNvPr id="3" name="Slide Number Placeholder 2"/>
          <p:cNvSpPr>
            <a:spLocks noGrp="1"/>
          </p:cNvSpPr>
          <p:nvPr>
            <p:ph type="sldNum" sz="quarter" idx="10"/>
          </p:nvPr>
        </p:nvSpPr>
        <p:spPr/>
        <p:txBody>
          <a:bodyPr/>
          <a:lstStyle/>
          <a:p>
            <a:r>
              <a:rPr lang="lv-LV" dirty="0"/>
              <a:t>RTU Liepāja</a:t>
            </a:r>
            <a:endParaRPr lang="en-US" dirty="0"/>
          </a:p>
        </p:txBody>
      </p:sp>
      <p:sp>
        <p:nvSpPr>
          <p:cNvPr id="4" name="Date Placeholder 3"/>
          <p:cNvSpPr>
            <a:spLocks noGrp="1"/>
          </p:cNvSpPr>
          <p:nvPr>
            <p:ph type="dt" sz="half" idx="11"/>
          </p:nvPr>
        </p:nvSpPr>
        <p:spPr/>
        <p:txBody>
          <a:bodyPr/>
          <a:lstStyle/>
          <a:p>
            <a:endParaRPr lang="en-US" dirty="0"/>
          </a:p>
        </p:txBody>
      </p:sp>
      <p:sp>
        <p:nvSpPr>
          <p:cNvPr id="5" name="Content Placeholder 2"/>
          <p:cNvSpPr>
            <a:spLocks noGrp="1"/>
          </p:cNvSpPr>
          <p:nvPr>
            <p:ph idx="1"/>
          </p:nvPr>
        </p:nvSpPr>
        <p:spPr>
          <a:xfrm>
            <a:off x="609600" y="1453932"/>
            <a:ext cx="10972800" cy="2789129"/>
          </a:xfrm>
        </p:spPr>
        <p:txBody>
          <a:bodyPr/>
          <a:lstStyle>
            <a:lvl1pPr marL="342900" indent="-342900">
              <a:buFont typeface="Wingdings" charset="2"/>
              <a:buChar char="§"/>
              <a:defRPr sz="2000">
                <a:solidFill>
                  <a:schemeClr val="accent1"/>
                </a:solidFill>
              </a:defRPr>
            </a:lvl1pPr>
            <a:lvl2pPr>
              <a:defRPr sz="1800">
                <a:solidFill>
                  <a:schemeClr val="accent1"/>
                </a:solidFill>
              </a:defRPr>
            </a:lvl2pPr>
            <a:lvl3pPr marL="1143000" indent="-228600">
              <a:buSzPct val="75000"/>
              <a:buFont typeface="Wingdings" charset="2"/>
              <a:buChar char="§"/>
              <a:defRPr sz="1400">
                <a:solidFill>
                  <a:schemeClr val="accent1"/>
                </a:solidFill>
              </a:defRPr>
            </a:lvl3pPr>
            <a:lvl4pPr>
              <a:buSzPct val="75000"/>
              <a:defRPr sz="1400">
                <a:solidFill>
                  <a:schemeClr val="accent1"/>
                </a:solidFill>
              </a:defRPr>
            </a:lvl4pPr>
            <a:lvl5pPr marL="2114550" indent="-285750">
              <a:buSzPct val="50000"/>
              <a:buFont typeface="Wingdings" charset="2"/>
              <a:buChar char="§"/>
              <a:defRPr sz="1400">
                <a:solidFill>
                  <a:schemeClr val="accent1"/>
                </a:solidFill>
              </a:defRPr>
            </a:lvl5pPr>
          </a:lstStyle>
          <a:p>
            <a:pPr lvl="0"/>
            <a:r>
              <a:rPr lang="lv-LV" dirty="0"/>
              <a:t>Click to edit Master text styles</a:t>
            </a:r>
          </a:p>
          <a:p>
            <a:pPr lvl="1"/>
            <a:r>
              <a:rPr lang="lv-LV" dirty="0"/>
              <a:t>Second level</a:t>
            </a:r>
          </a:p>
          <a:p>
            <a:pPr lvl="2"/>
            <a:r>
              <a:rPr lang="lv-LV" dirty="0"/>
              <a:t>Third level</a:t>
            </a:r>
          </a:p>
          <a:p>
            <a:pPr lvl="3"/>
            <a:r>
              <a:rPr lang="lv-LV" dirty="0"/>
              <a:t>Fourth level</a:t>
            </a:r>
          </a:p>
          <a:p>
            <a:pPr lvl="4"/>
            <a:r>
              <a:rPr lang="lv-LV" dirty="0"/>
              <a:t>Fifth level</a:t>
            </a:r>
            <a:endParaRPr lang="en-US" dirty="0"/>
          </a:p>
        </p:txBody>
      </p:sp>
    </p:spTree>
    <p:extLst>
      <p:ext uri="{BB962C8B-B14F-4D97-AF65-F5344CB8AC3E}">
        <p14:creationId xmlns:p14="http://schemas.microsoft.com/office/powerpoint/2010/main" val="1456226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600201"/>
            <a:ext cx="5384800" cy="4525963"/>
          </a:xfrm>
        </p:spPr>
        <p:txBody>
          <a:bodyPr/>
          <a:lstStyle>
            <a:lvl1pPr marL="342900" indent="-342900">
              <a:buFont typeface="Wingdings" charset="2"/>
              <a:buChar char="§"/>
              <a:defRPr sz="1800">
                <a:solidFill>
                  <a:srgbClr val="005551"/>
                </a:solidFill>
              </a:defRPr>
            </a:lvl1pPr>
            <a:lvl2pPr>
              <a:defRPr sz="1800">
                <a:solidFill>
                  <a:srgbClr val="005551"/>
                </a:solidFill>
              </a:defRPr>
            </a:lvl2pPr>
            <a:lvl3pPr marL="1143000" indent="-228600">
              <a:buSzPct val="75000"/>
              <a:buFont typeface="Wingdings" charset="2"/>
              <a:buChar char="§"/>
              <a:defRPr sz="1400">
                <a:solidFill>
                  <a:srgbClr val="005551"/>
                </a:solidFill>
              </a:defRPr>
            </a:lvl3pPr>
            <a:lvl4pPr>
              <a:buSzPct val="75000"/>
              <a:defRPr sz="1400">
                <a:solidFill>
                  <a:srgbClr val="005551"/>
                </a:solidFill>
              </a:defRPr>
            </a:lvl4pPr>
            <a:lvl5pPr marL="2057400" indent="-228600">
              <a:buSzPct val="50000"/>
              <a:buFont typeface="Wingdings" charset="2"/>
              <a:buChar char="§"/>
              <a:defRPr sz="1400">
                <a:solidFill>
                  <a:srgbClr val="005551"/>
                </a:solidFill>
              </a:defRPr>
            </a:lvl5pPr>
            <a:lvl6pPr>
              <a:defRPr sz="1800"/>
            </a:lvl6pPr>
            <a:lvl7pPr>
              <a:defRPr sz="1800"/>
            </a:lvl7pPr>
            <a:lvl8pPr>
              <a:defRPr sz="1800"/>
            </a:lvl8pPr>
            <a:lvl9pPr>
              <a:defRPr sz="1800"/>
            </a:lvl9pPr>
          </a:lstStyle>
          <a:p>
            <a:pPr lvl="0"/>
            <a:r>
              <a:rPr lang="lv-LV" dirty="0"/>
              <a:t>Click to edit Master text styles</a:t>
            </a:r>
          </a:p>
          <a:p>
            <a:pPr lvl="1"/>
            <a:r>
              <a:rPr lang="lv-LV" dirty="0"/>
              <a:t>Second level</a:t>
            </a:r>
          </a:p>
          <a:p>
            <a:pPr lvl="2"/>
            <a:r>
              <a:rPr lang="lv-LV" dirty="0"/>
              <a:t>Third level</a:t>
            </a:r>
          </a:p>
          <a:p>
            <a:pPr lvl="3"/>
            <a:r>
              <a:rPr lang="lv-LV" dirty="0"/>
              <a:t>Fourth level</a:t>
            </a:r>
          </a:p>
          <a:p>
            <a:pPr lvl="4"/>
            <a:r>
              <a:rPr lang="lv-LV" dirty="0"/>
              <a:t>Fifth level</a:t>
            </a:r>
            <a:endParaRPr lang="en-US" dirty="0"/>
          </a:p>
        </p:txBody>
      </p:sp>
      <p:sp>
        <p:nvSpPr>
          <p:cNvPr id="4" name="Content Placeholder 3"/>
          <p:cNvSpPr>
            <a:spLocks noGrp="1"/>
          </p:cNvSpPr>
          <p:nvPr>
            <p:ph sz="half" idx="2"/>
          </p:nvPr>
        </p:nvSpPr>
        <p:spPr>
          <a:xfrm>
            <a:off x="6197600" y="1600201"/>
            <a:ext cx="5384800" cy="4525963"/>
          </a:xfrm>
        </p:spPr>
        <p:txBody>
          <a:bodyPr/>
          <a:lstStyle>
            <a:lvl1pPr marL="342900" indent="-342900">
              <a:buFont typeface="Wingdings" charset="2"/>
              <a:buChar char="§"/>
              <a:defRPr sz="1800">
                <a:solidFill>
                  <a:srgbClr val="005551"/>
                </a:solidFill>
              </a:defRPr>
            </a:lvl1pPr>
            <a:lvl2pPr>
              <a:defRPr sz="1800">
                <a:solidFill>
                  <a:srgbClr val="005551"/>
                </a:solidFill>
              </a:defRPr>
            </a:lvl2pPr>
            <a:lvl3pPr marL="1143000" indent="-228600">
              <a:buSzPct val="75000"/>
              <a:buFont typeface="Wingdings" charset="2"/>
              <a:buChar char="§"/>
              <a:defRPr sz="1400">
                <a:solidFill>
                  <a:srgbClr val="005551"/>
                </a:solidFill>
              </a:defRPr>
            </a:lvl3pPr>
            <a:lvl4pPr>
              <a:buSzPct val="75000"/>
              <a:defRPr sz="1400">
                <a:solidFill>
                  <a:srgbClr val="005551"/>
                </a:solidFill>
              </a:defRPr>
            </a:lvl4pPr>
            <a:lvl5pPr marL="2057400" indent="-228600">
              <a:buSzPct val="50000"/>
              <a:buFont typeface="Wingdings" charset="2"/>
              <a:buChar char="§"/>
              <a:defRPr sz="1400">
                <a:solidFill>
                  <a:srgbClr val="005551"/>
                </a:solidFill>
              </a:defRPr>
            </a:lvl5pPr>
            <a:lvl6pPr>
              <a:defRPr sz="1800"/>
            </a:lvl6pPr>
            <a:lvl7pPr>
              <a:defRPr sz="1800"/>
            </a:lvl7pPr>
            <a:lvl8pPr>
              <a:defRPr sz="1800"/>
            </a:lvl8pPr>
            <a:lvl9pPr>
              <a:defRPr sz="1800"/>
            </a:lvl9pPr>
          </a:lstStyle>
          <a:p>
            <a:pPr lvl="0"/>
            <a:r>
              <a:rPr lang="lv-LV" dirty="0"/>
              <a:t>Click to edit Master text styles</a:t>
            </a:r>
          </a:p>
          <a:p>
            <a:pPr lvl="1"/>
            <a:r>
              <a:rPr lang="lv-LV" dirty="0"/>
              <a:t>Second level</a:t>
            </a:r>
          </a:p>
          <a:p>
            <a:pPr lvl="2"/>
            <a:r>
              <a:rPr lang="lv-LV" dirty="0"/>
              <a:t>Third level</a:t>
            </a:r>
          </a:p>
          <a:p>
            <a:pPr lvl="3"/>
            <a:r>
              <a:rPr lang="lv-LV" dirty="0"/>
              <a:t>Fourth level</a:t>
            </a:r>
          </a:p>
          <a:p>
            <a:pPr lvl="4"/>
            <a:r>
              <a:rPr lang="lv-LV" dirty="0"/>
              <a:t>Fifth level</a:t>
            </a:r>
            <a:endParaRPr lang="en-US" dirty="0"/>
          </a:p>
        </p:txBody>
      </p:sp>
      <p:sp>
        <p:nvSpPr>
          <p:cNvPr id="8" name="Slide Number Placeholder 6"/>
          <p:cNvSpPr>
            <a:spLocks noGrp="1"/>
          </p:cNvSpPr>
          <p:nvPr>
            <p:ph type="sldNum" sz="quarter" idx="4"/>
          </p:nvPr>
        </p:nvSpPr>
        <p:spPr>
          <a:xfrm>
            <a:off x="609599" y="6272743"/>
            <a:ext cx="3296356" cy="365125"/>
          </a:xfrm>
          <a:prstGeom prst="rect">
            <a:avLst/>
          </a:prstGeom>
        </p:spPr>
        <p:txBody>
          <a:bodyPr/>
          <a:lstStyle>
            <a:lvl1pPr algn="l">
              <a:defRPr sz="1200">
                <a:solidFill>
                  <a:srgbClr val="A6A6A6"/>
                </a:solidFill>
                <a:latin typeface="Arial"/>
                <a:cs typeface="Arial"/>
              </a:defRPr>
            </a:lvl1pPr>
          </a:lstStyle>
          <a:p>
            <a:r>
              <a:rPr lang="lv-LV" dirty="0"/>
              <a:t>RTU Liepāja</a:t>
            </a:r>
            <a:endParaRPr lang="en-US" dirty="0"/>
          </a:p>
        </p:txBody>
      </p:sp>
      <p:sp>
        <p:nvSpPr>
          <p:cNvPr id="9" name="Date Placeholder 3"/>
          <p:cNvSpPr>
            <a:spLocks noGrp="1"/>
          </p:cNvSpPr>
          <p:nvPr>
            <p:ph type="dt" sz="half" idx="10"/>
          </p:nvPr>
        </p:nvSpPr>
        <p:spPr>
          <a:xfrm>
            <a:off x="7969956" y="6272743"/>
            <a:ext cx="2844800" cy="365125"/>
          </a:xfrm>
          <a:prstGeom prst="rect">
            <a:avLst/>
          </a:prstGeom>
        </p:spPr>
        <p:txBody>
          <a:bodyPr vert="horz" lIns="91440" tIns="45720" rIns="91440" bIns="45720" rtlCol="0" anchor="ctr"/>
          <a:lstStyle>
            <a:lvl1pPr algn="l">
              <a:defRPr sz="1200">
                <a:solidFill>
                  <a:srgbClr val="A6A6A6"/>
                </a:solidFill>
              </a:defRPr>
            </a:lvl1pPr>
          </a:lstStyle>
          <a:p>
            <a:endParaRPr lang="en-US" dirty="0"/>
          </a:p>
        </p:txBody>
      </p:sp>
      <p:sp>
        <p:nvSpPr>
          <p:cNvPr id="5" name="Text Placeholder 4"/>
          <p:cNvSpPr>
            <a:spLocks noGrp="1"/>
          </p:cNvSpPr>
          <p:nvPr>
            <p:ph type="body" sz="quarter" idx="11"/>
          </p:nvPr>
        </p:nvSpPr>
        <p:spPr>
          <a:xfrm>
            <a:off x="609600" y="419100"/>
            <a:ext cx="10972800" cy="990600"/>
          </a:xfrm>
        </p:spPr>
        <p:txBody>
          <a:bodyPr>
            <a:normAutofit/>
          </a:bodyPr>
          <a:lstStyle>
            <a:lvl1pPr marL="0" indent="0">
              <a:buNone/>
              <a:defRPr sz="4400" b="1">
                <a:solidFill>
                  <a:srgbClr val="005551"/>
                </a:solidFill>
              </a:defRPr>
            </a:lvl1pPr>
          </a:lstStyle>
          <a:p>
            <a:pPr lvl="0"/>
            <a:endParaRPr lang="lv-LV" dirty="0"/>
          </a:p>
        </p:txBody>
      </p:sp>
    </p:spTree>
    <p:extLst>
      <p:ext uri="{BB962C8B-B14F-4D97-AF65-F5344CB8AC3E}">
        <p14:creationId xmlns:p14="http://schemas.microsoft.com/office/powerpoint/2010/main" val="1413618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09600" y="2540000"/>
            <a:ext cx="5386917" cy="3586163"/>
          </a:xfrm>
        </p:spPr>
        <p:txBody>
          <a:bodyPr/>
          <a:lstStyle>
            <a:lvl1pPr marL="342900" indent="-342900">
              <a:buFont typeface="Wingdings" charset="2"/>
              <a:buChar char="§"/>
              <a:defRPr sz="1800">
                <a:solidFill>
                  <a:srgbClr val="005551"/>
                </a:solidFill>
              </a:defRPr>
            </a:lvl1pPr>
            <a:lvl2pPr>
              <a:defRPr sz="1800">
                <a:solidFill>
                  <a:srgbClr val="005551"/>
                </a:solidFill>
              </a:defRPr>
            </a:lvl2pPr>
            <a:lvl3pPr marL="1143000" indent="-228600">
              <a:buSzPct val="75000"/>
              <a:buFont typeface="Wingdings" charset="2"/>
              <a:buChar char="§"/>
              <a:defRPr sz="1400">
                <a:solidFill>
                  <a:srgbClr val="005551"/>
                </a:solidFill>
              </a:defRPr>
            </a:lvl3pPr>
            <a:lvl4pPr>
              <a:buSzPct val="75000"/>
              <a:defRPr sz="1400">
                <a:solidFill>
                  <a:srgbClr val="005551"/>
                </a:solidFill>
              </a:defRPr>
            </a:lvl4pPr>
            <a:lvl5pPr marL="2057400" indent="-228600">
              <a:buSzPct val="50000"/>
              <a:buFont typeface="Wingdings" charset="2"/>
              <a:buChar char="§"/>
              <a:defRPr sz="1400">
                <a:solidFill>
                  <a:srgbClr val="005551"/>
                </a:solidFill>
              </a:defRPr>
            </a:lvl5pPr>
            <a:lvl6pPr>
              <a:defRPr sz="1600"/>
            </a:lvl6pPr>
            <a:lvl7pPr>
              <a:defRPr sz="1600"/>
            </a:lvl7pPr>
            <a:lvl8pPr>
              <a:defRPr sz="1600"/>
            </a:lvl8pPr>
            <a:lvl9pPr>
              <a:defRPr sz="1600"/>
            </a:lvl9pPr>
          </a:lstStyle>
          <a:p>
            <a:pPr lvl="0"/>
            <a:r>
              <a:rPr lang="lv-LV" dirty="0" err="1"/>
              <a:t>Click</a:t>
            </a:r>
            <a:r>
              <a:rPr lang="lv-LV" dirty="0"/>
              <a:t> to </a:t>
            </a:r>
            <a:r>
              <a:rPr lang="lv-LV" dirty="0" err="1"/>
              <a:t>edit</a:t>
            </a:r>
            <a:r>
              <a:rPr lang="lv-LV" dirty="0"/>
              <a:t> </a:t>
            </a:r>
            <a:r>
              <a:rPr lang="lv-LV" dirty="0" err="1"/>
              <a:t>Master</a:t>
            </a:r>
            <a:r>
              <a:rPr lang="lv-LV" dirty="0"/>
              <a:t> </a:t>
            </a:r>
            <a:r>
              <a:rPr lang="lv-LV" dirty="0" err="1"/>
              <a:t>text</a:t>
            </a:r>
            <a:r>
              <a:rPr lang="lv-LV" dirty="0"/>
              <a:t> </a:t>
            </a:r>
            <a:r>
              <a:rPr lang="lv-LV" dirty="0" err="1"/>
              <a:t>styles</a:t>
            </a:r>
            <a:endParaRPr lang="lv-LV" dirty="0"/>
          </a:p>
          <a:p>
            <a:pPr lvl="1"/>
            <a:r>
              <a:rPr lang="lv-LV" dirty="0" err="1"/>
              <a:t>Second</a:t>
            </a:r>
            <a:r>
              <a:rPr lang="lv-LV" dirty="0"/>
              <a:t> </a:t>
            </a:r>
            <a:r>
              <a:rPr lang="lv-LV" dirty="0" err="1"/>
              <a:t>level</a:t>
            </a:r>
            <a:endParaRPr lang="lv-LV" dirty="0"/>
          </a:p>
          <a:p>
            <a:pPr lvl="2"/>
            <a:r>
              <a:rPr lang="lv-LV" dirty="0" err="1"/>
              <a:t>Third</a:t>
            </a:r>
            <a:r>
              <a:rPr lang="lv-LV" dirty="0"/>
              <a:t> </a:t>
            </a:r>
            <a:r>
              <a:rPr lang="lv-LV" dirty="0" err="1"/>
              <a:t>level</a:t>
            </a:r>
            <a:endParaRPr lang="lv-LV" dirty="0"/>
          </a:p>
          <a:p>
            <a:pPr lvl="3"/>
            <a:r>
              <a:rPr lang="lv-LV" dirty="0" err="1"/>
              <a:t>Fourth</a:t>
            </a:r>
            <a:r>
              <a:rPr lang="lv-LV" dirty="0"/>
              <a:t> </a:t>
            </a:r>
            <a:r>
              <a:rPr lang="lv-LV" dirty="0" err="1"/>
              <a:t>level</a:t>
            </a:r>
            <a:endParaRPr lang="lv-LV" dirty="0"/>
          </a:p>
          <a:p>
            <a:pPr lvl="4"/>
            <a:r>
              <a:rPr lang="lv-LV" dirty="0" err="1"/>
              <a:t>Fifth</a:t>
            </a:r>
            <a:r>
              <a:rPr lang="lv-LV" dirty="0"/>
              <a:t> </a:t>
            </a:r>
            <a:r>
              <a:rPr lang="lv-LV" dirty="0" err="1"/>
              <a:t>level</a:t>
            </a:r>
            <a:endParaRPr lang="en-US" dirty="0"/>
          </a:p>
        </p:txBody>
      </p:sp>
      <p:sp>
        <p:nvSpPr>
          <p:cNvPr id="6" name="Content Placeholder 5"/>
          <p:cNvSpPr>
            <a:spLocks noGrp="1"/>
          </p:cNvSpPr>
          <p:nvPr>
            <p:ph sz="quarter" idx="4"/>
          </p:nvPr>
        </p:nvSpPr>
        <p:spPr>
          <a:xfrm>
            <a:off x="6193368" y="2539999"/>
            <a:ext cx="5389033" cy="3586164"/>
          </a:xfrm>
        </p:spPr>
        <p:txBody>
          <a:bodyPr/>
          <a:lstStyle>
            <a:lvl1pPr marL="342900" indent="-342900">
              <a:buFont typeface="Wingdings" charset="2"/>
              <a:buChar char="§"/>
              <a:defRPr sz="1800">
                <a:solidFill>
                  <a:srgbClr val="005551"/>
                </a:solidFill>
              </a:defRPr>
            </a:lvl1pPr>
            <a:lvl2pPr>
              <a:defRPr sz="1800">
                <a:solidFill>
                  <a:srgbClr val="005551"/>
                </a:solidFill>
              </a:defRPr>
            </a:lvl2pPr>
            <a:lvl3pPr marL="1143000" indent="-228600">
              <a:buSzPct val="75000"/>
              <a:buFont typeface="Wingdings" charset="2"/>
              <a:buChar char="§"/>
              <a:defRPr sz="1400">
                <a:solidFill>
                  <a:srgbClr val="005551"/>
                </a:solidFill>
              </a:defRPr>
            </a:lvl3pPr>
            <a:lvl4pPr>
              <a:buSzPct val="75000"/>
              <a:defRPr sz="1400">
                <a:solidFill>
                  <a:srgbClr val="005551"/>
                </a:solidFill>
              </a:defRPr>
            </a:lvl4pPr>
            <a:lvl5pPr marL="2057400" indent="-228600">
              <a:buSzPct val="50000"/>
              <a:buFont typeface="Wingdings" charset="2"/>
              <a:buChar char="§"/>
              <a:defRPr sz="1400">
                <a:solidFill>
                  <a:srgbClr val="005551"/>
                </a:solidFill>
              </a:defRPr>
            </a:lvl5pPr>
            <a:lvl6pPr>
              <a:defRPr sz="1600"/>
            </a:lvl6pPr>
            <a:lvl7pPr>
              <a:defRPr sz="1600"/>
            </a:lvl7pPr>
            <a:lvl8pPr>
              <a:defRPr sz="1600"/>
            </a:lvl8pPr>
            <a:lvl9pPr>
              <a:defRPr sz="1600"/>
            </a:lvl9pPr>
          </a:lstStyle>
          <a:p>
            <a:pPr lvl="0"/>
            <a:r>
              <a:rPr lang="lv-LV" dirty="0" err="1"/>
              <a:t>Click</a:t>
            </a:r>
            <a:r>
              <a:rPr lang="lv-LV" dirty="0"/>
              <a:t> to </a:t>
            </a:r>
            <a:r>
              <a:rPr lang="lv-LV" dirty="0" err="1"/>
              <a:t>edit</a:t>
            </a:r>
            <a:r>
              <a:rPr lang="lv-LV" dirty="0"/>
              <a:t> </a:t>
            </a:r>
            <a:r>
              <a:rPr lang="lv-LV" dirty="0" err="1"/>
              <a:t>Master</a:t>
            </a:r>
            <a:r>
              <a:rPr lang="lv-LV" dirty="0"/>
              <a:t> </a:t>
            </a:r>
            <a:r>
              <a:rPr lang="lv-LV" dirty="0" err="1"/>
              <a:t>text</a:t>
            </a:r>
            <a:r>
              <a:rPr lang="lv-LV" dirty="0"/>
              <a:t> </a:t>
            </a:r>
            <a:r>
              <a:rPr lang="lv-LV" dirty="0" err="1"/>
              <a:t>styles</a:t>
            </a:r>
            <a:endParaRPr lang="lv-LV" dirty="0"/>
          </a:p>
          <a:p>
            <a:pPr lvl="1"/>
            <a:r>
              <a:rPr lang="lv-LV" dirty="0" err="1"/>
              <a:t>Second</a:t>
            </a:r>
            <a:r>
              <a:rPr lang="lv-LV" dirty="0"/>
              <a:t> </a:t>
            </a:r>
            <a:r>
              <a:rPr lang="lv-LV" dirty="0" err="1"/>
              <a:t>level</a:t>
            </a:r>
            <a:endParaRPr lang="lv-LV" dirty="0"/>
          </a:p>
          <a:p>
            <a:pPr lvl="2"/>
            <a:r>
              <a:rPr lang="lv-LV" dirty="0" err="1"/>
              <a:t>Third</a:t>
            </a:r>
            <a:r>
              <a:rPr lang="lv-LV" dirty="0"/>
              <a:t> </a:t>
            </a:r>
            <a:r>
              <a:rPr lang="lv-LV" dirty="0" err="1"/>
              <a:t>level</a:t>
            </a:r>
            <a:endParaRPr lang="lv-LV" dirty="0"/>
          </a:p>
          <a:p>
            <a:pPr lvl="3"/>
            <a:r>
              <a:rPr lang="lv-LV" dirty="0" err="1"/>
              <a:t>Fourth</a:t>
            </a:r>
            <a:r>
              <a:rPr lang="lv-LV" dirty="0"/>
              <a:t> </a:t>
            </a:r>
            <a:r>
              <a:rPr lang="lv-LV" dirty="0" err="1"/>
              <a:t>level</a:t>
            </a:r>
            <a:endParaRPr lang="lv-LV" dirty="0"/>
          </a:p>
          <a:p>
            <a:pPr lvl="4"/>
            <a:r>
              <a:rPr lang="lv-LV" dirty="0" err="1"/>
              <a:t>Fifth</a:t>
            </a:r>
            <a:r>
              <a:rPr lang="lv-LV" dirty="0"/>
              <a:t> </a:t>
            </a:r>
            <a:r>
              <a:rPr lang="lv-LV" dirty="0" err="1"/>
              <a:t>level</a:t>
            </a:r>
            <a:endParaRPr lang="en-US" dirty="0"/>
          </a:p>
        </p:txBody>
      </p:sp>
      <p:sp>
        <p:nvSpPr>
          <p:cNvPr id="14" name="Text Placeholder 3"/>
          <p:cNvSpPr>
            <a:spLocks noGrp="1"/>
          </p:cNvSpPr>
          <p:nvPr>
            <p:ph type="body" sz="half" idx="14" hasCustomPrompt="1"/>
          </p:nvPr>
        </p:nvSpPr>
        <p:spPr>
          <a:xfrm>
            <a:off x="620655" y="1146908"/>
            <a:ext cx="5375863" cy="1184275"/>
          </a:xfrm>
        </p:spPr>
        <p:txBody>
          <a:bodyPr>
            <a:noAutofit/>
          </a:bodyPr>
          <a:lstStyle>
            <a:lvl1pPr marL="0" indent="0">
              <a:buNone/>
              <a:defRPr sz="3600" b="1" i="0" baseline="0">
                <a:solidFill>
                  <a:schemeClr val="accent1"/>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lv-LV" dirty="0"/>
              <a:t>Click to edit text title style</a:t>
            </a:r>
          </a:p>
        </p:txBody>
      </p:sp>
      <p:sp>
        <p:nvSpPr>
          <p:cNvPr id="15" name="Text Placeholder 3"/>
          <p:cNvSpPr>
            <a:spLocks noGrp="1"/>
          </p:cNvSpPr>
          <p:nvPr>
            <p:ph type="body" sz="half" idx="15" hasCustomPrompt="1"/>
          </p:nvPr>
        </p:nvSpPr>
        <p:spPr>
          <a:xfrm>
            <a:off x="6193367" y="1146908"/>
            <a:ext cx="5375863" cy="1184275"/>
          </a:xfrm>
        </p:spPr>
        <p:txBody>
          <a:bodyPr>
            <a:noAutofit/>
          </a:bodyPr>
          <a:lstStyle>
            <a:lvl1pPr marL="0" indent="0">
              <a:buNone/>
              <a:defRPr sz="3600" b="1" i="0" baseline="0">
                <a:solidFill>
                  <a:schemeClr val="accent1"/>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lv-LV" dirty="0"/>
              <a:t>Click to edit text title style</a:t>
            </a:r>
          </a:p>
        </p:txBody>
      </p:sp>
      <p:sp>
        <p:nvSpPr>
          <p:cNvPr id="9" name="Title 1"/>
          <p:cNvSpPr>
            <a:spLocks noGrp="1"/>
          </p:cNvSpPr>
          <p:nvPr>
            <p:ph type="title"/>
          </p:nvPr>
        </p:nvSpPr>
        <p:spPr>
          <a:xfrm>
            <a:off x="609600" y="363965"/>
            <a:ext cx="10972800" cy="770685"/>
          </a:xfrm>
        </p:spPr>
        <p:txBody>
          <a:bodyPr anchor="t">
            <a:noAutofit/>
          </a:bodyPr>
          <a:lstStyle>
            <a:lvl1pPr algn="l">
              <a:defRPr sz="2600">
                <a:solidFill>
                  <a:schemeClr val="accent1"/>
                </a:solidFill>
              </a:defRPr>
            </a:lvl1pPr>
          </a:lstStyle>
          <a:p>
            <a:r>
              <a:rPr lang="lv-LV"/>
              <a:t>Click to edit Master title style</a:t>
            </a:r>
            <a:endParaRPr lang="en-US" dirty="0"/>
          </a:p>
        </p:txBody>
      </p:sp>
      <p:sp>
        <p:nvSpPr>
          <p:cNvPr id="2" name="TextBox 1"/>
          <p:cNvSpPr txBox="1"/>
          <p:nvPr userDrawn="1"/>
        </p:nvSpPr>
        <p:spPr>
          <a:xfrm>
            <a:off x="266095" y="6567714"/>
            <a:ext cx="184731" cy="369332"/>
          </a:xfrm>
          <a:prstGeom prst="rect">
            <a:avLst/>
          </a:prstGeom>
          <a:noFill/>
        </p:spPr>
        <p:txBody>
          <a:bodyPr wrap="none" rtlCol="0">
            <a:spAutoFit/>
          </a:bodyPr>
          <a:lstStyle/>
          <a:p>
            <a:endParaRPr lang="en-US" sz="1800" dirty="0"/>
          </a:p>
        </p:txBody>
      </p:sp>
      <p:sp>
        <p:nvSpPr>
          <p:cNvPr id="11" name="Slide Number Placeholder 6"/>
          <p:cNvSpPr>
            <a:spLocks noGrp="1"/>
          </p:cNvSpPr>
          <p:nvPr>
            <p:ph type="sldNum" sz="quarter" idx="16"/>
          </p:nvPr>
        </p:nvSpPr>
        <p:spPr>
          <a:xfrm>
            <a:off x="609599" y="6272743"/>
            <a:ext cx="3296356" cy="365125"/>
          </a:xfrm>
          <a:prstGeom prst="rect">
            <a:avLst/>
          </a:prstGeom>
        </p:spPr>
        <p:txBody>
          <a:bodyPr/>
          <a:lstStyle>
            <a:lvl1pPr algn="l">
              <a:defRPr sz="1200">
                <a:solidFill>
                  <a:srgbClr val="A6A6A6"/>
                </a:solidFill>
                <a:latin typeface="Arial"/>
                <a:cs typeface="Arial"/>
              </a:defRPr>
            </a:lvl1pPr>
          </a:lstStyle>
          <a:p>
            <a:r>
              <a:rPr lang="lv-LV" dirty="0"/>
              <a:t>RTU Liepāja</a:t>
            </a:r>
            <a:endParaRPr lang="en-US" dirty="0"/>
          </a:p>
        </p:txBody>
      </p:sp>
      <p:sp>
        <p:nvSpPr>
          <p:cNvPr id="12" name="Date Placeholder 3"/>
          <p:cNvSpPr>
            <a:spLocks noGrp="1"/>
          </p:cNvSpPr>
          <p:nvPr>
            <p:ph type="dt" sz="half" idx="17"/>
          </p:nvPr>
        </p:nvSpPr>
        <p:spPr>
          <a:xfrm>
            <a:off x="7969956" y="6272743"/>
            <a:ext cx="2844800" cy="365125"/>
          </a:xfrm>
          <a:prstGeom prst="rect">
            <a:avLst/>
          </a:prstGeom>
        </p:spPr>
        <p:txBody>
          <a:bodyPr vert="horz" lIns="91440" tIns="45720" rIns="91440" bIns="45720" rtlCol="0" anchor="ctr"/>
          <a:lstStyle>
            <a:lvl1pPr algn="l">
              <a:defRPr sz="1200">
                <a:solidFill>
                  <a:srgbClr val="A6A6A6"/>
                </a:solidFill>
              </a:defRPr>
            </a:lvl1pPr>
          </a:lstStyle>
          <a:p>
            <a:endParaRPr lang="en-US" dirty="0"/>
          </a:p>
        </p:txBody>
      </p:sp>
    </p:spTree>
    <p:extLst>
      <p:ext uri="{BB962C8B-B14F-4D97-AF65-F5344CB8AC3E}">
        <p14:creationId xmlns:p14="http://schemas.microsoft.com/office/powerpoint/2010/main" val="11658921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Sākums 1">
    <p:spTree>
      <p:nvGrpSpPr>
        <p:cNvPr id="1" name=""/>
        <p:cNvGrpSpPr/>
        <p:nvPr/>
      </p:nvGrpSpPr>
      <p:grpSpPr>
        <a:xfrm>
          <a:off x="0" y="0"/>
          <a:ext cx="0" cy="0"/>
          <a:chOff x="0" y="0"/>
          <a:chExt cx="0" cy="0"/>
        </a:xfrm>
      </p:grpSpPr>
    </p:spTree>
    <p:extLst>
      <p:ext uri="{BB962C8B-B14F-4D97-AF65-F5344CB8AC3E}">
        <p14:creationId xmlns:p14="http://schemas.microsoft.com/office/powerpoint/2010/main" val="6981767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6733" y="1130328"/>
            <a:ext cx="6815667" cy="4995835"/>
          </a:xfrm>
        </p:spPr>
        <p:txBody>
          <a:bodyPr/>
          <a:lstStyle>
            <a:lvl1pPr>
              <a:defRPr sz="1800">
                <a:solidFill>
                  <a:srgbClr val="005551"/>
                </a:solidFill>
              </a:defRPr>
            </a:lvl1pPr>
            <a:lvl2pPr>
              <a:defRPr sz="1800">
                <a:solidFill>
                  <a:srgbClr val="005551"/>
                </a:solidFill>
              </a:defRPr>
            </a:lvl2pPr>
            <a:lvl3pPr>
              <a:defRPr sz="1400">
                <a:solidFill>
                  <a:srgbClr val="005551"/>
                </a:solidFill>
              </a:defRPr>
            </a:lvl3pPr>
            <a:lvl4pPr>
              <a:defRPr sz="1400">
                <a:solidFill>
                  <a:srgbClr val="005551"/>
                </a:solidFill>
              </a:defRPr>
            </a:lvl4pPr>
            <a:lvl5pPr>
              <a:defRPr sz="1400">
                <a:solidFill>
                  <a:srgbClr val="005551"/>
                </a:solidFill>
              </a:defRPr>
            </a:lvl5pPr>
            <a:lvl6pPr>
              <a:defRPr sz="2000"/>
            </a:lvl6pPr>
            <a:lvl7pPr>
              <a:defRPr sz="2000"/>
            </a:lvl7pPr>
            <a:lvl8pPr>
              <a:defRPr sz="2000"/>
            </a:lvl8pPr>
            <a:lvl9pPr>
              <a:defRPr sz="2000"/>
            </a:lvl9pPr>
          </a:lstStyle>
          <a:p>
            <a:pPr lvl="0"/>
            <a:r>
              <a:rPr lang="lv-LV" dirty="0"/>
              <a:t>Click to edit Master text styles</a:t>
            </a:r>
          </a:p>
          <a:p>
            <a:pPr lvl="1"/>
            <a:r>
              <a:rPr lang="lv-LV" dirty="0"/>
              <a:t>Second level</a:t>
            </a:r>
          </a:p>
          <a:p>
            <a:pPr lvl="2"/>
            <a:r>
              <a:rPr lang="lv-LV" dirty="0"/>
              <a:t>Third level</a:t>
            </a:r>
          </a:p>
          <a:p>
            <a:pPr lvl="3"/>
            <a:r>
              <a:rPr lang="lv-LV" dirty="0"/>
              <a:t>Fourth level</a:t>
            </a:r>
          </a:p>
          <a:p>
            <a:pPr lvl="4"/>
            <a:r>
              <a:rPr lang="lv-LV" dirty="0"/>
              <a:t>Fifth level</a:t>
            </a:r>
            <a:endParaRPr lang="en-US" dirty="0"/>
          </a:p>
        </p:txBody>
      </p:sp>
      <p:sp>
        <p:nvSpPr>
          <p:cNvPr id="4" name="Text Placeholder 3"/>
          <p:cNvSpPr>
            <a:spLocks noGrp="1"/>
          </p:cNvSpPr>
          <p:nvPr>
            <p:ph type="body" sz="half" idx="2"/>
          </p:nvPr>
        </p:nvSpPr>
        <p:spPr>
          <a:xfrm>
            <a:off x="609601" y="2657231"/>
            <a:ext cx="4011084" cy="3468931"/>
          </a:xfrm>
        </p:spPr>
        <p:txBody>
          <a:bodyPr/>
          <a:lstStyle>
            <a:lvl1pPr marL="0" indent="0">
              <a:buNone/>
              <a:defRPr sz="1400">
                <a:solidFill>
                  <a:srgbClr val="00555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lv-LV" dirty="0"/>
              <a:t>Click to edit Master text styles</a:t>
            </a:r>
          </a:p>
        </p:txBody>
      </p:sp>
      <p:sp>
        <p:nvSpPr>
          <p:cNvPr id="13" name="Text Placeholder 3"/>
          <p:cNvSpPr>
            <a:spLocks noGrp="1"/>
          </p:cNvSpPr>
          <p:nvPr>
            <p:ph type="body" sz="half" idx="13" hasCustomPrompt="1"/>
          </p:nvPr>
        </p:nvSpPr>
        <p:spPr>
          <a:xfrm>
            <a:off x="609601" y="1130328"/>
            <a:ext cx="4011084" cy="1431924"/>
          </a:xfrm>
        </p:spPr>
        <p:txBody>
          <a:bodyPr>
            <a:noAutofit/>
          </a:bodyPr>
          <a:lstStyle>
            <a:lvl1pPr marL="0" indent="0">
              <a:buNone/>
              <a:defRPr sz="3600" baseline="0">
                <a:solidFill>
                  <a:srgbClr val="00555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lv-LV" dirty="0"/>
              <a:t>Click to edit text title style</a:t>
            </a:r>
          </a:p>
        </p:txBody>
      </p:sp>
      <p:sp>
        <p:nvSpPr>
          <p:cNvPr id="11" name="Title 1"/>
          <p:cNvSpPr>
            <a:spLocks noGrp="1"/>
          </p:cNvSpPr>
          <p:nvPr>
            <p:ph type="title"/>
          </p:nvPr>
        </p:nvSpPr>
        <p:spPr>
          <a:xfrm>
            <a:off x="609600" y="156860"/>
            <a:ext cx="10972800" cy="868909"/>
          </a:xfrm>
        </p:spPr>
        <p:txBody>
          <a:bodyPr anchor="t">
            <a:noAutofit/>
          </a:bodyPr>
          <a:lstStyle>
            <a:lvl1pPr algn="l">
              <a:defRPr sz="2800">
                <a:solidFill>
                  <a:srgbClr val="005551"/>
                </a:solidFill>
              </a:defRPr>
            </a:lvl1pPr>
          </a:lstStyle>
          <a:p>
            <a:r>
              <a:rPr lang="lv-LV" dirty="0"/>
              <a:t>Click to edit Master title style</a:t>
            </a:r>
            <a:endParaRPr lang="en-US" dirty="0"/>
          </a:p>
        </p:txBody>
      </p:sp>
      <p:sp>
        <p:nvSpPr>
          <p:cNvPr id="7" name="Slide Number Placeholder 6"/>
          <p:cNvSpPr>
            <a:spLocks noGrp="1"/>
          </p:cNvSpPr>
          <p:nvPr>
            <p:ph type="sldNum" sz="quarter" idx="4"/>
          </p:nvPr>
        </p:nvSpPr>
        <p:spPr>
          <a:xfrm>
            <a:off x="609599" y="6272743"/>
            <a:ext cx="3296356" cy="365125"/>
          </a:xfrm>
          <a:prstGeom prst="rect">
            <a:avLst/>
          </a:prstGeom>
        </p:spPr>
        <p:txBody>
          <a:bodyPr/>
          <a:lstStyle>
            <a:lvl1pPr algn="l">
              <a:defRPr sz="1200">
                <a:solidFill>
                  <a:srgbClr val="A6A6A6"/>
                </a:solidFill>
                <a:latin typeface="Arial"/>
                <a:cs typeface="Arial"/>
              </a:defRPr>
            </a:lvl1pPr>
          </a:lstStyle>
          <a:p>
            <a:r>
              <a:rPr lang="lv-LV" dirty="0"/>
              <a:t>RTU Liepāja</a:t>
            </a:r>
            <a:endParaRPr lang="en-US" dirty="0"/>
          </a:p>
        </p:txBody>
      </p:sp>
      <p:sp>
        <p:nvSpPr>
          <p:cNvPr id="9" name="Date Placeholder 3"/>
          <p:cNvSpPr>
            <a:spLocks noGrp="1"/>
          </p:cNvSpPr>
          <p:nvPr>
            <p:ph type="dt" sz="half" idx="14"/>
          </p:nvPr>
        </p:nvSpPr>
        <p:spPr>
          <a:xfrm>
            <a:off x="7969956" y="6272743"/>
            <a:ext cx="2844800" cy="365125"/>
          </a:xfrm>
          <a:prstGeom prst="rect">
            <a:avLst/>
          </a:prstGeom>
        </p:spPr>
        <p:txBody>
          <a:bodyPr vert="horz" lIns="91440" tIns="45720" rIns="91440" bIns="45720" rtlCol="0" anchor="ctr"/>
          <a:lstStyle>
            <a:lvl1pPr algn="l">
              <a:defRPr sz="1200">
                <a:solidFill>
                  <a:srgbClr val="A6A6A6"/>
                </a:solidFill>
              </a:defRPr>
            </a:lvl1pPr>
          </a:lstStyle>
          <a:p>
            <a:endParaRPr lang="en-US" dirty="0"/>
          </a:p>
        </p:txBody>
      </p:sp>
    </p:spTree>
    <p:extLst>
      <p:ext uri="{BB962C8B-B14F-4D97-AF65-F5344CB8AC3E}">
        <p14:creationId xmlns:p14="http://schemas.microsoft.com/office/powerpoint/2010/main" val="962014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ttēli 1">
    <p:bg>
      <p:bgRef idx="1001">
        <a:schemeClr val="bg2"/>
      </p:bgRef>
    </p:bg>
    <p:spTree>
      <p:nvGrpSpPr>
        <p:cNvPr id="1" name=""/>
        <p:cNvGrpSpPr/>
        <p:nvPr/>
      </p:nvGrpSpPr>
      <p:grpSpPr>
        <a:xfrm>
          <a:off x="0" y="0"/>
          <a:ext cx="0" cy="0"/>
          <a:chOff x="0" y="0"/>
          <a:chExt cx="0" cy="0"/>
        </a:xfrm>
      </p:grpSpPr>
      <p:sp>
        <p:nvSpPr>
          <p:cNvPr id="8" name="Picture Placeholder 7"/>
          <p:cNvSpPr>
            <a:spLocks noGrp="1"/>
          </p:cNvSpPr>
          <p:nvPr>
            <p:ph type="pic" sz="quarter" idx="13"/>
          </p:nvPr>
        </p:nvSpPr>
        <p:spPr>
          <a:xfrm>
            <a:off x="643468" y="1182076"/>
            <a:ext cx="10938933" cy="5015523"/>
          </a:xfrm>
        </p:spPr>
        <p:txBody>
          <a:bodyPr/>
          <a:lstStyle>
            <a:lvl1pPr>
              <a:defRPr>
                <a:solidFill>
                  <a:srgbClr val="005551"/>
                </a:solidFill>
              </a:defRPr>
            </a:lvl1pPr>
          </a:lstStyle>
          <a:p>
            <a:r>
              <a:rPr lang="lv-LV" dirty="0"/>
              <a:t>Drag picture to placeholder or click icon to add</a:t>
            </a:r>
            <a:endParaRPr lang="en-US" dirty="0"/>
          </a:p>
        </p:txBody>
      </p:sp>
      <p:sp>
        <p:nvSpPr>
          <p:cNvPr id="12" name="Title 1"/>
          <p:cNvSpPr>
            <a:spLocks noGrp="1"/>
          </p:cNvSpPr>
          <p:nvPr>
            <p:ph type="title"/>
          </p:nvPr>
        </p:nvSpPr>
        <p:spPr>
          <a:xfrm>
            <a:off x="609600" y="156860"/>
            <a:ext cx="10972800" cy="868909"/>
          </a:xfrm>
        </p:spPr>
        <p:txBody>
          <a:bodyPr anchor="t">
            <a:noAutofit/>
          </a:bodyPr>
          <a:lstStyle>
            <a:lvl1pPr algn="l">
              <a:defRPr sz="3600">
                <a:solidFill>
                  <a:srgbClr val="005551"/>
                </a:solidFill>
              </a:defRPr>
            </a:lvl1pPr>
          </a:lstStyle>
          <a:p>
            <a:r>
              <a:rPr lang="lv-LV" dirty="0"/>
              <a:t>Click to edit Master title style</a:t>
            </a:r>
            <a:endParaRPr lang="en-US" dirty="0"/>
          </a:p>
        </p:txBody>
      </p:sp>
      <p:sp>
        <p:nvSpPr>
          <p:cNvPr id="6" name="Slide Number Placeholder 6"/>
          <p:cNvSpPr>
            <a:spLocks noGrp="1"/>
          </p:cNvSpPr>
          <p:nvPr>
            <p:ph type="sldNum" sz="quarter" idx="4"/>
          </p:nvPr>
        </p:nvSpPr>
        <p:spPr>
          <a:xfrm>
            <a:off x="609599" y="6272743"/>
            <a:ext cx="3296356" cy="365125"/>
          </a:xfrm>
          <a:prstGeom prst="rect">
            <a:avLst/>
          </a:prstGeom>
        </p:spPr>
        <p:txBody>
          <a:bodyPr/>
          <a:lstStyle>
            <a:lvl1pPr algn="l">
              <a:defRPr sz="1200">
                <a:solidFill>
                  <a:srgbClr val="A6A6A6"/>
                </a:solidFill>
                <a:latin typeface="Arial"/>
                <a:cs typeface="Arial"/>
              </a:defRPr>
            </a:lvl1pPr>
          </a:lstStyle>
          <a:p>
            <a:r>
              <a:rPr lang="en-US" dirty="0"/>
              <a:t>Rīgas </a:t>
            </a:r>
            <a:r>
              <a:rPr lang="en-US" dirty="0" err="1"/>
              <a:t>Tehniskā</a:t>
            </a:r>
            <a:r>
              <a:rPr lang="en-US" dirty="0"/>
              <a:t> </a:t>
            </a:r>
            <a:r>
              <a:rPr lang="en-US" dirty="0" err="1"/>
              <a:t>universitāte</a:t>
            </a:r>
            <a:endParaRPr lang="en-US" dirty="0"/>
          </a:p>
        </p:txBody>
      </p:sp>
      <p:sp>
        <p:nvSpPr>
          <p:cNvPr id="7" name="Date Placeholder 3"/>
          <p:cNvSpPr>
            <a:spLocks noGrp="1"/>
          </p:cNvSpPr>
          <p:nvPr>
            <p:ph type="dt" sz="half" idx="2"/>
          </p:nvPr>
        </p:nvSpPr>
        <p:spPr>
          <a:xfrm>
            <a:off x="7969956" y="6272743"/>
            <a:ext cx="2844800" cy="365125"/>
          </a:xfrm>
          <a:prstGeom prst="rect">
            <a:avLst/>
          </a:prstGeom>
        </p:spPr>
        <p:txBody>
          <a:bodyPr vert="horz" lIns="91440" tIns="45720" rIns="91440" bIns="45720" rtlCol="0" anchor="ctr"/>
          <a:lstStyle>
            <a:lvl1pPr algn="l">
              <a:defRPr sz="1200">
                <a:solidFill>
                  <a:srgbClr val="A6A6A6"/>
                </a:solidFill>
              </a:defRPr>
            </a:lvl1pPr>
          </a:lstStyle>
          <a:p>
            <a:endParaRPr lang="en-US" dirty="0"/>
          </a:p>
        </p:txBody>
      </p:sp>
    </p:spTree>
    <p:extLst>
      <p:ext uri="{BB962C8B-B14F-4D97-AF65-F5344CB8AC3E}">
        <p14:creationId xmlns:p14="http://schemas.microsoft.com/office/powerpoint/2010/main" val="657980291"/>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ttēli 2">
    <p:bg>
      <p:bgRef idx="1001">
        <a:schemeClr val="bg2"/>
      </p:bgRef>
    </p:bg>
    <p:spTree>
      <p:nvGrpSpPr>
        <p:cNvPr id="1" name=""/>
        <p:cNvGrpSpPr/>
        <p:nvPr/>
      </p:nvGrpSpPr>
      <p:grpSpPr>
        <a:xfrm>
          <a:off x="0" y="0"/>
          <a:ext cx="0" cy="0"/>
          <a:chOff x="0" y="0"/>
          <a:chExt cx="0" cy="0"/>
        </a:xfrm>
      </p:grpSpPr>
      <p:sp>
        <p:nvSpPr>
          <p:cNvPr id="8" name="Picture Placeholder 7"/>
          <p:cNvSpPr>
            <a:spLocks noGrp="1"/>
          </p:cNvSpPr>
          <p:nvPr>
            <p:ph type="pic" sz="quarter" idx="13"/>
          </p:nvPr>
        </p:nvSpPr>
        <p:spPr>
          <a:xfrm>
            <a:off x="647004" y="1182078"/>
            <a:ext cx="5471573" cy="2370665"/>
          </a:xfrm>
        </p:spPr>
        <p:txBody>
          <a:bodyPr>
            <a:normAutofit/>
          </a:bodyPr>
          <a:lstStyle>
            <a:lvl1pPr>
              <a:defRPr sz="2000">
                <a:solidFill>
                  <a:srgbClr val="989898"/>
                </a:solidFill>
              </a:defRPr>
            </a:lvl1pPr>
          </a:lstStyle>
          <a:p>
            <a:r>
              <a:rPr lang="lv-LV" dirty="0"/>
              <a:t>Drag picture to placeholder or click icon to add</a:t>
            </a:r>
            <a:endParaRPr lang="en-US" dirty="0"/>
          </a:p>
        </p:txBody>
      </p:sp>
      <p:sp>
        <p:nvSpPr>
          <p:cNvPr id="10" name="Picture Placeholder 7"/>
          <p:cNvSpPr>
            <a:spLocks noGrp="1"/>
          </p:cNvSpPr>
          <p:nvPr>
            <p:ph type="pic" sz="quarter" idx="14"/>
          </p:nvPr>
        </p:nvSpPr>
        <p:spPr>
          <a:xfrm>
            <a:off x="6242755" y="1182077"/>
            <a:ext cx="5339644" cy="4821320"/>
          </a:xfrm>
        </p:spPr>
        <p:txBody>
          <a:bodyPr>
            <a:normAutofit/>
          </a:bodyPr>
          <a:lstStyle>
            <a:lvl1pPr>
              <a:defRPr sz="2000">
                <a:solidFill>
                  <a:srgbClr val="989898"/>
                </a:solidFill>
              </a:defRPr>
            </a:lvl1pPr>
          </a:lstStyle>
          <a:p>
            <a:r>
              <a:rPr lang="lv-LV" dirty="0"/>
              <a:t>Drag picture to placeholder or click icon to add</a:t>
            </a:r>
            <a:endParaRPr lang="en-US" dirty="0"/>
          </a:p>
        </p:txBody>
      </p:sp>
      <p:sp>
        <p:nvSpPr>
          <p:cNvPr id="11" name="Picture Placeholder 7"/>
          <p:cNvSpPr>
            <a:spLocks noGrp="1"/>
          </p:cNvSpPr>
          <p:nvPr>
            <p:ph type="pic" sz="quarter" idx="15"/>
          </p:nvPr>
        </p:nvSpPr>
        <p:spPr>
          <a:xfrm>
            <a:off x="647004" y="3632731"/>
            <a:ext cx="5471573" cy="2370665"/>
          </a:xfrm>
        </p:spPr>
        <p:txBody>
          <a:bodyPr>
            <a:normAutofit/>
          </a:bodyPr>
          <a:lstStyle>
            <a:lvl1pPr>
              <a:defRPr sz="2000">
                <a:solidFill>
                  <a:srgbClr val="989898"/>
                </a:solidFill>
              </a:defRPr>
            </a:lvl1pPr>
          </a:lstStyle>
          <a:p>
            <a:r>
              <a:rPr lang="lv-LV" dirty="0"/>
              <a:t>Drag picture to placeholder or click icon to add</a:t>
            </a:r>
            <a:endParaRPr lang="en-US" dirty="0"/>
          </a:p>
        </p:txBody>
      </p:sp>
      <p:sp>
        <p:nvSpPr>
          <p:cNvPr id="14" name="Title 1"/>
          <p:cNvSpPr>
            <a:spLocks noGrp="1"/>
          </p:cNvSpPr>
          <p:nvPr>
            <p:ph type="title"/>
          </p:nvPr>
        </p:nvSpPr>
        <p:spPr>
          <a:xfrm>
            <a:off x="609600" y="156860"/>
            <a:ext cx="10972800" cy="868909"/>
          </a:xfrm>
        </p:spPr>
        <p:txBody>
          <a:bodyPr anchor="t">
            <a:noAutofit/>
          </a:bodyPr>
          <a:lstStyle>
            <a:lvl1pPr algn="l">
              <a:defRPr sz="3600">
                <a:solidFill>
                  <a:srgbClr val="005551"/>
                </a:solidFill>
              </a:defRPr>
            </a:lvl1pPr>
          </a:lstStyle>
          <a:p>
            <a:r>
              <a:rPr lang="lv-LV" dirty="0"/>
              <a:t>Click to edit Master title style</a:t>
            </a:r>
            <a:endParaRPr lang="en-US" dirty="0"/>
          </a:p>
        </p:txBody>
      </p:sp>
      <p:sp>
        <p:nvSpPr>
          <p:cNvPr id="9" name="Slide Number Placeholder 6"/>
          <p:cNvSpPr>
            <a:spLocks noGrp="1"/>
          </p:cNvSpPr>
          <p:nvPr>
            <p:ph type="sldNum" sz="quarter" idx="4"/>
          </p:nvPr>
        </p:nvSpPr>
        <p:spPr>
          <a:xfrm>
            <a:off x="609599" y="6272743"/>
            <a:ext cx="3296356" cy="365125"/>
          </a:xfrm>
          <a:prstGeom prst="rect">
            <a:avLst/>
          </a:prstGeom>
        </p:spPr>
        <p:txBody>
          <a:bodyPr/>
          <a:lstStyle>
            <a:lvl1pPr algn="l">
              <a:defRPr sz="1200">
                <a:solidFill>
                  <a:srgbClr val="A6A6A6"/>
                </a:solidFill>
                <a:latin typeface="Arial"/>
                <a:cs typeface="Arial"/>
              </a:defRPr>
            </a:lvl1pPr>
          </a:lstStyle>
          <a:p>
            <a:r>
              <a:rPr lang="lv-LV" dirty="0"/>
              <a:t>RTU Liepāja</a:t>
            </a:r>
            <a:endParaRPr lang="en-US" dirty="0"/>
          </a:p>
        </p:txBody>
      </p:sp>
      <p:sp>
        <p:nvSpPr>
          <p:cNvPr id="12" name="Date Placeholder 3"/>
          <p:cNvSpPr>
            <a:spLocks noGrp="1"/>
          </p:cNvSpPr>
          <p:nvPr>
            <p:ph type="dt" sz="half" idx="2"/>
          </p:nvPr>
        </p:nvSpPr>
        <p:spPr>
          <a:xfrm>
            <a:off x="7969956" y="6272743"/>
            <a:ext cx="2844800" cy="365125"/>
          </a:xfrm>
          <a:prstGeom prst="rect">
            <a:avLst/>
          </a:prstGeom>
        </p:spPr>
        <p:txBody>
          <a:bodyPr vert="horz" lIns="91440" tIns="45720" rIns="91440" bIns="45720" rtlCol="0" anchor="ctr"/>
          <a:lstStyle>
            <a:lvl1pPr algn="l">
              <a:defRPr sz="1200">
                <a:solidFill>
                  <a:srgbClr val="A6A6A6"/>
                </a:solidFill>
              </a:defRPr>
            </a:lvl1pPr>
          </a:lstStyle>
          <a:p>
            <a:endParaRPr lang="en-US" dirty="0"/>
          </a:p>
        </p:txBody>
      </p:sp>
    </p:spTree>
    <p:extLst>
      <p:ext uri="{BB962C8B-B14F-4D97-AF65-F5344CB8AC3E}">
        <p14:creationId xmlns:p14="http://schemas.microsoft.com/office/powerpoint/2010/main" val="155479925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ttēli 5">
    <p:bg>
      <p:bgRef idx="1001">
        <a:schemeClr val="bg1"/>
      </p:bgRef>
    </p:bg>
    <p:spTree>
      <p:nvGrpSpPr>
        <p:cNvPr id="1" name=""/>
        <p:cNvGrpSpPr/>
        <p:nvPr/>
      </p:nvGrpSpPr>
      <p:grpSpPr>
        <a:xfrm>
          <a:off x="0" y="0"/>
          <a:ext cx="0" cy="0"/>
          <a:chOff x="0" y="0"/>
          <a:chExt cx="0" cy="0"/>
        </a:xfrm>
      </p:grpSpPr>
      <p:sp>
        <p:nvSpPr>
          <p:cNvPr id="8" name="Picture Placeholder 7"/>
          <p:cNvSpPr>
            <a:spLocks noGrp="1"/>
          </p:cNvSpPr>
          <p:nvPr>
            <p:ph type="pic" sz="quarter" idx="13"/>
          </p:nvPr>
        </p:nvSpPr>
        <p:spPr>
          <a:xfrm>
            <a:off x="6810541" y="3669503"/>
            <a:ext cx="4145439" cy="2001761"/>
          </a:xfrm>
        </p:spPr>
        <p:txBody>
          <a:bodyPr>
            <a:normAutofit/>
          </a:bodyPr>
          <a:lstStyle>
            <a:lvl1pPr>
              <a:defRPr sz="1400"/>
            </a:lvl1pPr>
          </a:lstStyle>
          <a:p>
            <a:r>
              <a:rPr lang="lv-LV" dirty="0"/>
              <a:t>Drag picture to placeholder or click icon to add</a:t>
            </a:r>
            <a:endParaRPr lang="en-US" dirty="0"/>
          </a:p>
        </p:txBody>
      </p:sp>
      <p:sp>
        <p:nvSpPr>
          <p:cNvPr id="10" name="Picture Placeholder 7"/>
          <p:cNvSpPr>
            <a:spLocks noGrp="1"/>
          </p:cNvSpPr>
          <p:nvPr>
            <p:ph type="pic" sz="quarter" idx="14"/>
          </p:nvPr>
        </p:nvSpPr>
        <p:spPr>
          <a:xfrm>
            <a:off x="8970314" y="1523278"/>
            <a:ext cx="1977913" cy="1995032"/>
          </a:xfrm>
        </p:spPr>
        <p:txBody>
          <a:bodyPr>
            <a:normAutofit/>
          </a:bodyPr>
          <a:lstStyle>
            <a:lvl1pPr>
              <a:defRPr sz="1400"/>
            </a:lvl1pPr>
          </a:lstStyle>
          <a:p>
            <a:r>
              <a:rPr lang="lv-LV" dirty="0"/>
              <a:t>Drag picture to placeholder or click icon to add</a:t>
            </a:r>
            <a:endParaRPr lang="en-US" dirty="0"/>
          </a:p>
        </p:txBody>
      </p:sp>
      <p:sp>
        <p:nvSpPr>
          <p:cNvPr id="12" name="Picture Placeholder 7"/>
          <p:cNvSpPr>
            <a:spLocks noGrp="1"/>
          </p:cNvSpPr>
          <p:nvPr>
            <p:ph type="pic" sz="quarter" idx="16"/>
          </p:nvPr>
        </p:nvSpPr>
        <p:spPr>
          <a:xfrm>
            <a:off x="6811364" y="1523278"/>
            <a:ext cx="1977913" cy="1995032"/>
          </a:xfrm>
        </p:spPr>
        <p:txBody>
          <a:bodyPr>
            <a:normAutofit/>
          </a:bodyPr>
          <a:lstStyle>
            <a:lvl1pPr>
              <a:defRPr sz="1400"/>
            </a:lvl1pPr>
          </a:lstStyle>
          <a:p>
            <a:r>
              <a:rPr lang="lv-LV" dirty="0"/>
              <a:t>Drag picture to placeholder or click icon to add</a:t>
            </a:r>
            <a:endParaRPr lang="en-US" dirty="0"/>
          </a:p>
        </p:txBody>
      </p:sp>
      <p:sp>
        <p:nvSpPr>
          <p:cNvPr id="14" name="Content Placeholder 2"/>
          <p:cNvSpPr>
            <a:spLocks noGrp="1"/>
          </p:cNvSpPr>
          <p:nvPr>
            <p:ph idx="1"/>
          </p:nvPr>
        </p:nvSpPr>
        <p:spPr>
          <a:xfrm>
            <a:off x="609601" y="1182079"/>
            <a:ext cx="4712305" cy="4807487"/>
          </a:xfrm>
        </p:spPr>
        <p:txBody>
          <a:bodyPr/>
          <a:lstStyle>
            <a:lvl1pPr marL="342900" indent="-342900">
              <a:buFont typeface="Wingdings" charset="2"/>
              <a:buChar char="§"/>
              <a:defRPr sz="1800">
                <a:solidFill>
                  <a:schemeClr val="tx1"/>
                </a:solidFill>
              </a:defRPr>
            </a:lvl1pPr>
            <a:lvl2pPr>
              <a:defRPr sz="1800">
                <a:solidFill>
                  <a:schemeClr val="tx1"/>
                </a:solidFill>
              </a:defRPr>
            </a:lvl2pPr>
            <a:lvl3pPr marL="1143000" indent="-228600">
              <a:buSzPct val="75000"/>
              <a:buFont typeface="Wingdings" charset="2"/>
              <a:buChar char="§"/>
              <a:defRPr sz="1400">
                <a:solidFill>
                  <a:schemeClr val="tx1"/>
                </a:solidFill>
              </a:defRPr>
            </a:lvl3pPr>
            <a:lvl4pPr>
              <a:buSzPct val="75000"/>
              <a:defRPr sz="1400">
                <a:solidFill>
                  <a:schemeClr val="tx1"/>
                </a:solidFill>
              </a:defRPr>
            </a:lvl4pPr>
            <a:lvl5pPr marL="2114550" indent="-285750">
              <a:buSzPct val="50000"/>
              <a:buFont typeface="Wingdings" charset="2"/>
              <a:buChar char="§"/>
              <a:defRPr sz="1400">
                <a:solidFill>
                  <a:schemeClr val="tx1"/>
                </a:solidFill>
              </a:defRPr>
            </a:lvl5pPr>
          </a:lstStyle>
          <a:p>
            <a:pPr lvl="0"/>
            <a:r>
              <a:rPr lang="lv-LV" dirty="0"/>
              <a:t>Click to edit Master text styles</a:t>
            </a:r>
          </a:p>
          <a:p>
            <a:pPr lvl="1"/>
            <a:r>
              <a:rPr lang="lv-LV" dirty="0"/>
              <a:t>Second level</a:t>
            </a:r>
          </a:p>
          <a:p>
            <a:pPr lvl="2"/>
            <a:r>
              <a:rPr lang="lv-LV" dirty="0"/>
              <a:t>Third level</a:t>
            </a:r>
          </a:p>
          <a:p>
            <a:pPr lvl="3"/>
            <a:r>
              <a:rPr lang="lv-LV" dirty="0"/>
              <a:t>Fourth level</a:t>
            </a:r>
          </a:p>
          <a:p>
            <a:pPr lvl="4"/>
            <a:r>
              <a:rPr lang="lv-LV" dirty="0"/>
              <a:t>Fifth level</a:t>
            </a:r>
            <a:endParaRPr lang="en-US" dirty="0"/>
          </a:p>
        </p:txBody>
      </p:sp>
      <p:sp>
        <p:nvSpPr>
          <p:cNvPr id="15" name="Title 1"/>
          <p:cNvSpPr>
            <a:spLocks noGrp="1"/>
          </p:cNvSpPr>
          <p:nvPr>
            <p:ph type="title"/>
          </p:nvPr>
        </p:nvSpPr>
        <p:spPr>
          <a:xfrm>
            <a:off x="609600" y="156860"/>
            <a:ext cx="10972800" cy="868909"/>
          </a:xfrm>
        </p:spPr>
        <p:txBody>
          <a:bodyPr anchor="t">
            <a:noAutofit/>
          </a:bodyPr>
          <a:lstStyle>
            <a:lvl1pPr algn="l">
              <a:defRPr sz="3600">
                <a:solidFill>
                  <a:srgbClr val="005551"/>
                </a:solidFill>
              </a:defRPr>
            </a:lvl1pPr>
          </a:lstStyle>
          <a:p>
            <a:r>
              <a:rPr lang="lv-LV" dirty="0"/>
              <a:t>Click to edit Master title style</a:t>
            </a:r>
            <a:endParaRPr lang="en-US" dirty="0"/>
          </a:p>
        </p:txBody>
      </p:sp>
      <p:sp>
        <p:nvSpPr>
          <p:cNvPr id="11" name="Slide Number Placeholder 6"/>
          <p:cNvSpPr>
            <a:spLocks noGrp="1"/>
          </p:cNvSpPr>
          <p:nvPr>
            <p:ph type="sldNum" sz="quarter" idx="4"/>
          </p:nvPr>
        </p:nvSpPr>
        <p:spPr>
          <a:xfrm>
            <a:off x="609599" y="6272743"/>
            <a:ext cx="3296356" cy="365125"/>
          </a:xfrm>
          <a:prstGeom prst="rect">
            <a:avLst/>
          </a:prstGeom>
        </p:spPr>
        <p:txBody>
          <a:bodyPr/>
          <a:lstStyle>
            <a:lvl1pPr algn="l">
              <a:defRPr sz="1200">
                <a:solidFill>
                  <a:srgbClr val="A6A6A6"/>
                </a:solidFill>
                <a:latin typeface="Arial"/>
                <a:cs typeface="Arial"/>
              </a:defRPr>
            </a:lvl1pPr>
          </a:lstStyle>
          <a:p>
            <a:r>
              <a:rPr lang="lv-LV" dirty="0"/>
              <a:t>RTU Liepāja</a:t>
            </a:r>
            <a:endParaRPr lang="en-US" dirty="0"/>
          </a:p>
        </p:txBody>
      </p:sp>
      <p:sp>
        <p:nvSpPr>
          <p:cNvPr id="13" name="Date Placeholder 3"/>
          <p:cNvSpPr>
            <a:spLocks noGrp="1"/>
          </p:cNvSpPr>
          <p:nvPr>
            <p:ph type="dt" sz="half" idx="2"/>
          </p:nvPr>
        </p:nvSpPr>
        <p:spPr>
          <a:xfrm>
            <a:off x="7969956" y="6272743"/>
            <a:ext cx="2844800" cy="365125"/>
          </a:xfrm>
          <a:prstGeom prst="rect">
            <a:avLst/>
          </a:prstGeom>
        </p:spPr>
        <p:txBody>
          <a:bodyPr vert="horz" lIns="91440" tIns="45720" rIns="91440" bIns="45720" rtlCol="0" anchor="ctr"/>
          <a:lstStyle>
            <a:lvl1pPr algn="l">
              <a:defRPr sz="1200">
                <a:solidFill>
                  <a:schemeClr val="bg1">
                    <a:lumMod val="65000"/>
                  </a:schemeClr>
                </a:solidFill>
              </a:defRPr>
            </a:lvl1pPr>
          </a:lstStyle>
          <a:p>
            <a:endParaRPr lang="en-US" dirty="0"/>
          </a:p>
        </p:txBody>
      </p:sp>
    </p:spTree>
    <p:extLst>
      <p:ext uri="{BB962C8B-B14F-4D97-AF65-F5344CB8AC3E}">
        <p14:creationId xmlns:p14="http://schemas.microsoft.com/office/powerpoint/2010/main" val="4102117534"/>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eigas 2">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926327" y="1271077"/>
            <a:ext cx="10363200" cy="1470025"/>
          </a:xfrm>
        </p:spPr>
        <p:txBody>
          <a:bodyPr>
            <a:normAutofit/>
          </a:bodyPr>
          <a:lstStyle>
            <a:lvl1pPr algn="ctr">
              <a:defRPr sz="3600" b="1" i="0">
                <a:solidFill>
                  <a:schemeClr val="accent1"/>
                </a:solidFill>
                <a:latin typeface="Arial"/>
                <a:cs typeface="Arial"/>
              </a:defRPr>
            </a:lvl1pPr>
          </a:lstStyle>
          <a:p>
            <a:r>
              <a:rPr lang="lv-LV" dirty="0"/>
              <a:t>Click to edit</a:t>
            </a:r>
            <a:br>
              <a:rPr lang="lv-LV" dirty="0"/>
            </a:br>
            <a:r>
              <a:rPr lang="lv-LV" dirty="0"/>
              <a:t>master text syle</a:t>
            </a:r>
            <a:endParaRPr lang="en-US" dirty="0"/>
          </a:p>
        </p:txBody>
      </p:sp>
      <p:sp>
        <p:nvSpPr>
          <p:cNvPr id="7" name="Subtitle 2"/>
          <p:cNvSpPr>
            <a:spLocks noGrp="1"/>
          </p:cNvSpPr>
          <p:nvPr>
            <p:ph type="subTitle" idx="1"/>
          </p:nvPr>
        </p:nvSpPr>
        <p:spPr>
          <a:xfrm>
            <a:off x="1840727" y="2883357"/>
            <a:ext cx="8534400" cy="1345396"/>
          </a:xfrm>
        </p:spPr>
        <p:txBody>
          <a:bodyPr anchor="ctr">
            <a:normAutofit/>
          </a:bodyPr>
          <a:lstStyle>
            <a:lvl1pPr marL="0" indent="0" algn="ctr">
              <a:buNone/>
              <a:defRPr sz="1400">
                <a:solidFill>
                  <a:srgbClr val="00555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lv-LV" dirty="0"/>
              <a:t>Click to edit Master subtitle style</a:t>
            </a:r>
            <a:endParaRPr lang="en-US" dirty="0"/>
          </a:p>
        </p:txBody>
      </p:sp>
      <p:sp>
        <p:nvSpPr>
          <p:cNvPr id="12" name="Rectangle 11"/>
          <p:cNvSpPr/>
          <p:nvPr userDrawn="1"/>
        </p:nvSpPr>
        <p:spPr>
          <a:xfrm>
            <a:off x="3241526" y="2741102"/>
            <a:ext cx="5773460" cy="709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5" name="Slide Number Placeholder 6"/>
          <p:cNvSpPr>
            <a:spLocks noGrp="1"/>
          </p:cNvSpPr>
          <p:nvPr>
            <p:ph type="sldNum" sz="quarter" idx="4"/>
          </p:nvPr>
        </p:nvSpPr>
        <p:spPr>
          <a:xfrm>
            <a:off x="609599" y="6272743"/>
            <a:ext cx="3296356" cy="365125"/>
          </a:xfrm>
          <a:prstGeom prst="rect">
            <a:avLst/>
          </a:prstGeom>
        </p:spPr>
        <p:txBody>
          <a:bodyPr/>
          <a:lstStyle>
            <a:lvl1pPr algn="l">
              <a:defRPr sz="1200">
                <a:solidFill>
                  <a:srgbClr val="A6A6A6"/>
                </a:solidFill>
                <a:latin typeface="Arial"/>
                <a:cs typeface="Arial"/>
              </a:defRPr>
            </a:lvl1pPr>
          </a:lstStyle>
          <a:p>
            <a:r>
              <a:rPr lang="lv-LV" dirty="0"/>
              <a:t>RTU </a:t>
            </a:r>
            <a:r>
              <a:rPr lang="lv-LV" dirty="0" err="1"/>
              <a:t>LIepāja</a:t>
            </a:r>
            <a:endParaRPr lang="en-US" dirty="0"/>
          </a:p>
        </p:txBody>
      </p:sp>
      <p:sp>
        <p:nvSpPr>
          <p:cNvPr id="8" name="Date Placeholder 3"/>
          <p:cNvSpPr>
            <a:spLocks noGrp="1"/>
          </p:cNvSpPr>
          <p:nvPr>
            <p:ph type="dt" sz="half" idx="2"/>
          </p:nvPr>
        </p:nvSpPr>
        <p:spPr>
          <a:xfrm>
            <a:off x="7969956" y="6272743"/>
            <a:ext cx="2844800" cy="365125"/>
          </a:xfrm>
          <a:prstGeom prst="rect">
            <a:avLst/>
          </a:prstGeom>
        </p:spPr>
        <p:txBody>
          <a:bodyPr vert="horz" lIns="91440" tIns="45720" rIns="91440" bIns="45720" rtlCol="0" anchor="ctr"/>
          <a:lstStyle>
            <a:lvl1pPr algn="l">
              <a:defRPr sz="1200">
                <a:solidFill>
                  <a:schemeClr val="bg1">
                    <a:lumMod val="65000"/>
                  </a:schemeClr>
                </a:solidFill>
              </a:defRPr>
            </a:lvl1pPr>
          </a:lstStyle>
          <a:p>
            <a:endParaRPr lang="en-US" dirty="0"/>
          </a:p>
        </p:txBody>
      </p:sp>
    </p:spTree>
    <p:extLst>
      <p:ext uri="{BB962C8B-B14F-4D97-AF65-F5344CB8AC3E}">
        <p14:creationId xmlns:p14="http://schemas.microsoft.com/office/powerpoint/2010/main" val="8756369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Nodalu_slaids_1">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81" y="0"/>
            <a:ext cx="12187238" cy="6858000"/>
          </a:xfrm>
          <a:prstGeom prst="rect">
            <a:avLst/>
          </a:prstGeom>
        </p:spPr>
      </p:pic>
      <p:sp>
        <p:nvSpPr>
          <p:cNvPr id="7" name="Title 1"/>
          <p:cNvSpPr>
            <a:spLocks noGrp="1"/>
          </p:cNvSpPr>
          <p:nvPr>
            <p:ph type="ctrTitle" hasCustomPrompt="1"/>
          </p:nvPr>
        </p:nvSpPr>
        <p:spPr>
          <a:xfrm>
            <a:off x="977900" y="2547427"/>
            <a:ext cx="10236200" cy="1470025"/>
          </a:xfrm>
        </p:spPr>
        <p:txBody>
          <a:bodyPr>
            <a:noAutofit/>
          </a:bodyPr>
          <a:lstStyle>
            <a:lvl1pPr algn="ctr">
              <a:defRPr sz="5500" b="1" i="0">
                <a:solidFill>
                  <a:srgbClr val="005551"/>
                </a:solidFill>
                <a:latin typeface="Arial"/>
                <a:cs typeface="Arial"/>
              </a:defRPr>
            </a:lvl1pPr>
          </a:lstStyle>
          <a:p>
            <a:r>
              <a:rPr lang="lv-LV" dirty="0"/>
              <a:t>Paldies!</a:t>
            </a:r>
            <a:endParaRPr lang="en-US" dirty="0"/>
          </a:p>
        </p:txBody>
      </p:sp>
    </p:spTree>
    <p:extLst>
      <p:ext uri="{BB962C8B-B14F-4D97-AF65-F5344CB8AC3E}">
        <p14:creationId xmlns:p14="http://schemas.microsoft.com/office/powerpoint/2010/main" val="25654554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Nodalu_slaids_1">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81" y="0"/>
            <a:ext cx="12187238" cy="6858000"/>
          </a:xfrm>
          <a:prstGeom prst="rect">
            <a:avLst/>
          </a:prstGeom>
        </p:spPr>
      </p:pic>
      <p:sp>
        <p:nvSpPr>
          <p:cNvPr id="7" name="Title 1"/>
          <p:cNvSpPr>
            <a:spLocks noGrp="1"/>
          </p:cNvSpPr>
          <p:nvPr>
            <p:ph type="ctrTitle" hasCustomPrompt="1"/>
          </p:nvPr>
        </p:nvSpPr>
        <p:spPr>
          <a:xfrm>
            <a:off x="977900" y="2547427"/>
            <a:ext cx="10236200" cy="1470025"/>
          </a:xfrm>
        </p:spPr>
        <p:txBody>
          <a:bodyPr>
            <a:noAutofit/>
          </a:bodyPr>
          <a:lstStyle>
            <a:lvl1pPr algn="ctr">
              <a:defRPr sz="5500" b="1" i="0">
                <a:solidFill>
                  <a:srgbClr val="005551"/>
                </a:solidFill>
                <a:latin typeface="Arial"/>
                <a:cs typeface="Arial"/>
              </a:defRPr>
            </a:lvl1pPr>
          </a:lstStyle>
          <a:p>
            <a:r>
              <a:rPr lang="lv-LV" dirty="0"/>
              <a:t>Paldies!</a:t>
            </a:r>
            <a:endParaRPr lang="en-US" dirty="0"/>
          </a:p>
        </p:txBody>
      </p:sp>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952383" y="5426762"/>
            <a:ext cx="1417983" cy="1417983"/>
          </a:xfrm>
          <a:prstGeom prst="rect">
            <a:avLst/>
          </a:prstGeom>
        </p:spPr>
      </p:pic>
    </p:spTree>
    <p:extLst>
      <p:ext uri="{BB962C8B-B14F-4D97-AF65-F5344CB8AC3E}">
        <p14:creationId xmlns:p14="http://schemas.microsoft.com/office/powerpoint/2010/main" val="4205072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319613"/>
            <a:ext cx="10972800" cy="1143000"/>
          </a:xfrm>
          <a:prstGeom prst="rect">
            <a:avLst/>
          </a:prstGeom>
        </p:spPr>
        <p:txBody>
          <a:bodyPr vert="horz" lIns="91440" tIns="45720" rIns="91440" bIns="45720" rtlCol="0" anchor="ctr">
            <a:normAutofit/>
          </a:bodyPr>
          <a:lstStyle/>
          <a:p>
            <a:r>
              <a:rPr lang="lv-LV" dirty="0"/>
              <a:t>Click to edit Master title style</a:t>
            </a:r>
            <a:endParaRPr lang="en-US" dirty="0"/>
          </a:p>
        </p:txBody>
      </p:sp>
      <p:sp>
        <p:nvSpPr>
          <p:cNvPr id="3" name="Text Placeholder 2"/>
          <p:cNvSpPr>
            <a:spLocks noGrp="1"/>
          </p:cNvSpPr>
          <p:nvPr>
            <p:ph type="body" idx="1"/>
          </p:nvPr>
        </p:nvSpPr>
        <p:spPr>
          <a:xfrm>
            <a:off x="609600" y="1645176"/>
            <a:ext cx="10972800" cy="4525963"/>
          </a:xfrm>
          <a:prstGeom prst="rect">
            <a:avLst/>
          </a:prstGeom>
        </p:spPr>
        <p:txBody>
          <a:bodyPr vert="horz" lIns="91440" tIns="45720" rIns="91440" bIns="45720" rtlCol="0">
            <a:normAutofit/>
          </a:bodyPr>
          <a:lstStyle/>
          <a:p>
            <a:pPr lvl="4"/>
            <a:r>
              <a:rPr lang="lv-LV" dirty="0"/>
              <a:t>Click to edit Master text styles</a:t>
            </a:r>
          </a:p>
          <a:p>
            <a:pPr lvl="5"/>
            <a:r>
              <a:rPr lang="lv-LV" dirty="0"/>
              <a:t>Second level</a:t>
            </a:r>
          </a:p>
          <a:p>
            <a:pPr lvl="6"/>
            <a:r>
              <a:rPr lang="lv-LV" dirty="0"/>
              <a:t>Third level</a:t>
            </a:r>
          </a:p>
          <a:p>
            <a:pPr lvl="7"/>
            <a:r>
              <a:rPr lang="lv-LV" dirty="0"/>
              <a:t>Fourth level</a:t>
            </a:r>
          </a:p>
          <a:p>
            <a:pPr lvl="8"/>
            <a:r>
              <a:rPr lang="lv-LV" dirty="0"/>
              <a:t>Fifth level</a:t>
            </a:r>
            <a:endParaRPr lang="en-US" dirty="0"/>
          </a:p>
        </p:txBody>
      </p:sp>
      <p:sp>
        <p:nvSpPr>
          <p:cNvPr id="8" name="Slide Number Placeholder 6"/>
          <p:cNvSpPr>
            <a:spLocks noGrp="1"/>
          </p:cNvSpPr>
          <p:nvPr>
            <p:ph type="sldNum" sz="quarter" idx="4"/>
          </p:nvPr>
        </p:nvSpPr>
        <p:spPr>
          <a:xfrm>
            <a:off x="609599" y="6272743"/>
            <a:ext cx="3296356" cy="365125"/>
          </a:xfrm>
          <a:prstGeom prst="rect">
            <a:avLst/>
          </a:prstGeom>
        </p:spPr>
        <p:txBody>
          <a:bodyPr/>
          <a:lstStyle>
            <a:lvl1pPr algn="l">
              <a:defRPr sz="1200">
                <a:solidFill>
                  <a:schemeClr val="bg1">
                    <a:lumMod val="65000"/>
                  </a:schemeClr>
                </a:solidFill>
                <a:latin typeface="Arial"/>
                <a:cs typeface="Arial"/>
              </a:defRPr>
            </a:lvl1pPr>
          </a:lstStyle>
          <a:p>
            <a:r>
              <a:rPr lang="en-US" dirty="0"/>
              <a:t>Rīgas Tehniskā universitāte</a:t>
            </a:r>
          </a:p>
        </p:txBody>
      </p:sp>
      <p:sp>
        <p:nvSpPr>
          <p:cNvPr id="10" name="TextBox 9"/>
          <p:cNvSpPr txBox="1"/>
          <p:nvPr/>
        </p:nvSpPr>
        <p:spPr>
          <a:xfrm>
            <a:off x="-4553185" y="2794000"/>
            <a:ext cx="184731" cy="369332"/>
          </a:xfrm>
          <a:prstGeom prst="rect">
            <a:avLst/>
          </a:prstGeom>
          <a:noFill/>
        </p:spPr>
        <p:txBody>
          <a:bodyPr wrap="none" rtlCol="0">
            <a:spAutoFit/>
          </a:bodyPr>
          <a:lstStyle/>
          <a:p>
            <a:endParaRPr lang="en-US" sz="1800" dirty="0"/>
          </a:p>
        </p:txBody>
      </p:sp>
      <p:sp>
        <p:nvSpPr>
          <p:cNvPr id="12" name="TextBox 11"/>
          <p:cNvSpPr txBox="1"/>
          <p:nvPr/>
        </p:nvSpPr>
        <p:spPr>
          <a:xfrm>
            <a:off x="15164742" y="6886222"/>
            <a:ext cx="184731" cy="369332"/>
          </a:xfrm>
          <a:prstGeom prst="rect">
            <a:avLst/>
          </a:prstGeom>
          <a:noFill/>
        </p:spPr>
        <p:txBody>
          <a:bodyPr wrap="none" rtlCol="0">
            <a:spAutoFit/>
          </a:bodyPr>
          <a:lstStyle/>
          <a:p>
            <a:endParaRPr lang="en-US" sz="1800" dirty="0"/>
          </a:p>
        </p:txBody>
      </p:sp>
      <p:sp>
        <p:nvSpPr>
          <p:cNvPr id="11" name="Slide Number Placeholder 6"/>
          <p:cNvSpPr txBox="1">
            <a:spLocks/>
          </p:cNvSpPr>
          <p:nvPr userDrawn="1"/>
        </p:nvSpPr>
        <p:spPr>
          <a:xfrm>
            <a:off x="10938933" y="6272743"/>
            <a:ext cx="643467" cy="365125"/>
          </a:xfrm>
          <a:prstGeom prst="rect">
            <a:avLst/>
          </a:prstGeom>
        </p:spPr>
        <p:txBody>
          <a:bodyPr/>
          <a:lstStyle>
            <a:defPPr>
              <a:defRPr lang="en-US"/>
            </a:defPPr>
            <a:lvl1pPr marL="0" algn="l" defTabSz="457200" rtl="0" eaLnBrk="1" latinLnBrk="0" hangingPunct="1">
              <a:defRPr sz="1200" kern="1200">
                <a:solidFill>
                  <a:srgbClr val="102050"/>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EF746A6-E283-484D-A747-262174EE73C9}" type="slidenum">
              <a:rPr lang="en-US" sz="1200" smtClean="0">
                <a:solidFill>
                  <a:srgbClr val="A6A6A6"/>
                </a:solidFill>
              </a:rPr>
              <a:pPr/>
              <a:t>‹#›</a:t>
            </a:fld>
            <a:endParaRPr lang="en-US" sz="1200" dirty="0">
              <a:solidFill>
                <a:srgbClr val="A6A6A6"/>
              </a:solidFill>
            </a:endParaRPr>
          </a:p>
        </p:txBody>
      </p:sp>
      <p:sp>
        <p:nvSpPr>
          <p:cNvPr id="4" name="Date Placeholder 3"/>
          <p:cNvSpPr>
            <a:spLocks noGrp="1"/>
          </p:cNvSpPr>
          <p:nvPr>
            <p:ph type="dt" sz="half" idx="2"/>
          </p:nvPr>
        </p:nvSpPr>
        <p:spPr>
          <a:xfrm>
            <a:off x="7969956" y="6272743"/>
            <a:ext cx="2844800" cy="365125"/>
          </a:xfrm>
          <a:prstGeom prst="rect">
            <a:avLst/>
          </a:prstGeom>
        </p:spPr>
        <p:txBody>
          <a:bodyPr vert="horz" lIns="91440" tIns="45720" rIns="91440" bIns="45720" rtlCol="0" anchor="ctr"/>
          <a:lstStyle>
            <a:lvl1pPr algn="l">
              <a:defRPr sz="1200">
                <a:solidFill>
                  <a:srgbClr val="A6A6A6"/>
                </a:solidFill>
              </a:defRPr>
            </a:lvl1pPr>
          </a:lstStyle>
          <a:p>
            <a:endParaRPr lang="en-US" dirty="0"/>
          </a:p>
        </p:txBody>
      </p:sp>
    </p:spTree>
    <p:extLst>
      <p:ext uri="{BB962C8B-B14F-4D97-AF65-F5344CB8AC3E}">
        <p14:creationId xmlns:p14="http://schemas.microsoft.com/office/powerpoint/2010/main" val="4217965320"/>
      </p:ext>
    </p:extLst>
  </p:cSld>
  <p:clrMap bg1="lt1" tx1="dk1" bg2="lt2" tx2="dk2" accent1="accent1" accent2="accent2" accent3="accent3" accent4="accent4" accent5="accent5" accent6="accent6" hlink="hlink" folHlink="folHlink"/>
  <p:sldLayoutIdLst>
    <p:sldLayoutId id="2147483844" r:id="rId1"/>
    <p:sldLayoutId id="2147483803" r:id="rId2"/>
    <p:sldLayoutId id="2147483804" r:id="rId3"/>
    <p:sldLayoutId id="2147483838" r:id="rId4"/>
    <p:sldLayoutId id="2147483840" r:id="rId5"/>
    <p:sldLayoutId id="2147483842" r:id="rId6"/>
    <p:sldLayoutId id="2147483806" r:id="rId7"/>
    <p:sldLayoutId id="2147483807" r:id="rId8"/>
    <p:sldLayoutId id="2147483839" r:id="rId9"/>
    <p:sldLayoutId id="2147483810" r:id="rId10"/>
    <p:sldLayoutId id="2147483817" r:id="rId11"/>
    <p:sldLayoutId id="2147483818" r:id="rId12"/>
    <p:sldLayoutId id="2147483820" r:id="rId13"/>
    <p:sldLayoutId id="2147483821" r:id="rId14"/>
    <p:sldLayoutId id="2147483843" r:id="rId15"/>
    <p:sldLayoutId id="2147483845" r:id="rId16"/>
  </p:sldLayoutIdLst>
  <p:hf hdr="0" ftr="0" dt="0"/>
  <p:txStyles>
    <p:titleStyle>
      <a:lvl1pPr algn="l" defTabSz="457200" rtl="0" eaLnBrk="1" latinLnBrk="0" hangingPunct="1">
        <a:spcBef>
          <a:spcPct val="0"/>
        </a:spcBef>
        <a:buNone/>
        <a:defRPr sz="4400" b="1" i="0" kern="1200">
          <a:solidFill>
            <a:schemeClr val="accent1"/>
          </a:solidFill>
          <a:latin typeface="Arial"/>
          <a:ea typeface="+mj-ea"/>
          <a:cs typeface="Arial"/>
        </a:defRPr>
      </a:lvl1pPr>
    </p:titleStyle>
    <p:bodyStyle>
      <a:lvl1pPr marL="342900" indent="-342900" algn="l" defTabSz="457200" rtl="0" eaLnBrk="1" latinLnBrk="0" hangingPunct="1">
        <a:spcBef>
          <a:spcPct val="20000"/>
        </a:spcBef>
        <a:buFont typeface="Arial"/>
        <a:buChar char="•"/>
        <a:defRPr sz="3200" kern="1200">
          <a:solidFill>
            <a:srgbClr val="323232"/>
          </a:solidFill>
          <a:latin typeface="Arial"/>
          <a:ea typeface="+mn-ea"/>
          <a:cs typeface="Arial"/>
        </a:defRPr>
      </a:lvl1pPr>
      <a:lvl2pPr marL="742950" indent="-285750" algn="l" defTabSz="457200" rtl="0" eaLnBrk="1" latinLnBrk="0" hangingPunct="1">
        <a:spcBef>
          <a:spcPct val="20000"/>
        </a:spcBef>
        <a:buFont typeface="Arial"/>
        <a:buChar char="–"/>
        <a:defRPr sz="2800" kern="1200">
          <a:solidFill>
            <a:srgbClr val="323232"/>
          </a:solidFill>
          <a:latin typeface="Arial"/>
          <a:ea typeface="+mn-ea"/>
          <a:cs typeface="Arial"/>
        </a:defRPr>
      </a:lvl2pPr>
      <a:lvl3pPr marL="1143000" indent="-228600" algn="l" defTabSz="457200" rtl="0" eaLnBrk="1" latinLnBrk="0" hangingPunct="1">
        <a:spcBef>
          <a:spcPct val="20000"/>
        </a:spcBef>
        <a:buFont typeface="Arial"/>
        <a:buChar char="•"/>
        <a:defRPr sz="2400" kern="1200">
          <a:solidFill>
            <a:srgbClr val="323232"/>
          </a:solidFill>
          <a:latin typeface="Arial"/>
          <a:ea typeface="+mn-ea"/>
          <a:cs typeface="Arial"/>
        </a:defRPr>
      </a:lvl3pPr>
      <a:lvl4pPr marL="1600200" indent="-228600" algn="l" defTabSz="457200" rtl="0" eaLnBrk="1" latinLnBrk="0" hangingPunct="1">
        <a:spcBef>
          <a:spcPct val="20000"/>
        </a:spcBef>
        <a:buFont typeface="Arial"/>
        <a:buChar char="–"/>
        <a:defRPr sz="2000" kern="1200">
          <a:solidFill>
            <a:srgbClr val="323232"/>
          </a:solidFill>
          <a:latin typeface="Arial"/>
          <a:ea typeface="+mn-ea"/>
          <a:cs typeface="Arial"/>
        </a:defRPr>
      </a:lvl4pPr>
      <a:lvl5pPr marL="2057400" indent="-228600" algn="l" defTabSz="457200" rtl="0" eaLnBrk="1" latinLnBrk="0" hangingPunct="1">
        <a:spcBef>
          <a:spcPct val="20000"/>
        </a:spcBef>
        <a:buFont typeface="Arial"/>
        <a:buChar char="»"/>
        <a:defRPr sz="2000" kern="1200">
          <a:solidFill>
            <a:schemeClr val="accent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accent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accent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accent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accent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874185" y="3019426"/>
            <a:ext cx="10619316" cy="495300"/>
          </a:xfrm>
        </p:spPr>
        <p:txBody>
          <a:bodyPr/>
          <a:lstStyle/>
          <a:p>
            <a:r>
              <a:rPr lang="en" dirty="0"/>
              <a:t>Author: Muruththettuwa Gama Ethi </a:t>
            </a:r>
            <a:r>
              <a:rPr lang="en-GB" dirty="0"/>
              <a:t>R</a:t>
            </a:r>
            <a:r>
              <a:rPr lang="en" dirty="0" err="1"/>
              <a:t>alalaya</a:t>
            </a:r>
            <a:r>
              <a:rPr lang="en" dirty="0"/>
              <a:t> </a:t>
            </a:r>
            <a:r>
              <a:rPr lang="en-GB" dirty="0"/>
              <a:t>S</a:t>
            </a:r>
            <a:r>
              <a:rPr lang="en" dirty="0" err="1"/>
              <a:t>ubhatha</a:t>
            </a:r>
            <a:r>
              <a:rPr lang="en" dirty="0"/>
              <a:t> </a:t>
            </a:r>
            <a:r>
              <a:rPr lang="en-GB" dirty="0"/>
              <a:t>K</a:t>
            </a:r>
            <a:r>
              <a:rPr lang="en" dirty="0" err="1"/>
              <a:t>aumud</a:t>
            </a:r>
            <a:r>
              <a:rPr lang="en" dirty="0"/>
              <a:t> </a:t>
            </a:r>
            <a:r>
              <a:rPr lang="en-GB" dirty="0"/>
              <a:t>S</a:t>
            </a:r>
            <a:r>
              <a:rPr lang="en" dirty="0" err="1"/>
              <a:t>enanayake</a:t>
            </a:r>
            <a:endParaRPr lang="en" dirty="0"/>
          </a:p>
          <a:p>
            <a:endParaRPr lang="en-US" dirty="0"/>
          </a:p>
        </p:txBody>
      </p:sp>
      <p:sp>
        <p:nvSpPr>
          <p:cNvPr id="5" name="Text Placeholder 4"/>
          <p:cNvSpPr>
            <a:spLocks noGrp="1"/>
          </p:cNvSpPr>
          <p:nvPr>
            <p:ph type="body" sz="quarter" idx="16"/>
          </p:nvPr>
        </p:nvSpPr>
        <p:spPr>
          <a:xfrm>
            <a:off x="874185" y="1209676"/>
            <a:ext cx="10619316" cy="1809750"/>
          </a:xfrm>
        </p:spPr>
        <p:txBody>
          <a:bodyPr>
            <a:normAutofit fontScale="77500" lnSpcReduction="20000"/>
          </a:bodyPr>
          <a:lstStyle/>
          <a:p>
            <a:r>
              <a:rPr lang="en-GB" dirty="0"/>
              <a:t>AI-Based Forest Tree Detection, Mapping, and Decision Support System</a:t>
            </a:r>
            <a:endParaRPr lang="en-US" dirty="0"/>
          </a:p>
        </p:txBody>
      </p:sp>
      <p:sp>
        <p:nvSpPr>
          <p:cNvPr id="6" name="Text Placeholder 5"/>
          <p:cNvSpPr>
            <a:spLocks noGrp="1"/>
          </p:cNvSpPr>
          <p:nvPr>
            <p:ph type="body" sz="quarter" idx="17"/>
          </p:nvPr>
        </p:nvSpPr>
        <p:spPr>
          <a:xfrm>
            <a:off x="874185" y="5157898"/>
            <a:ext cx="10619316" cy="276225"/>
          </a:xfrm>
        </p:spPr>
        <p:txBody>
          <a:bodyPr/>
          <a:lstStyle/>
          <a:p>
            <a:r>
              <a:rPr lang="en-US" dirty="0"/>
              <a:t>April 2026</a:t>
            </a:r>
          </a:p>
        </p:txBody>
      </p:sp>
      <p:sp>
        <p:nvSpPr>
          <p:cNvPr id="7" name="Text Placeholder 1">
            <a:extLst>
              <a:ext uri="{FF2B5EF4-FFF2-40B4-BE49-F238E27FC236}">
                <a16:creationId xmlns:a16="http://schemas.microsoft.com/office/drawing/2014/main" id="{1389A16B-CC05-496F-94F9-31F9E909ACC2}"/>
              </a:ext>
            </a:extLst>
          </p:cNvPr>
          <p:cNvSpPr txBox="1">
            <a:spLocks/>
          </p:cNvSpPr>
          <p:nvPr/>
        </p:nvSpPr>
        <p:spPr>
          <a:xfrm>
            <a:off x="846667" y="4443523"/>
            <a:ext cx="10619316" cy="495300"/>
          </a:xfrm>
          <a:prstGeom prst="rect">
            <a:avLst/>
          </a:prstGeom>
        </p:spPr>
        <p:txBody>
          <a:bodyPr vert="horz" lIns="91440" tIns="45720" rIns="91440" bIns="45720" rtlCol="0">
            <a:no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2700" kern="1200">
                <a:solidFill>
                  <a:srgbClr val="005551"/>
                </a:solidFill>
                <a:latin typeface="Arial"/>
                <a:ea typeface="+mn-ea"/>
                <a:cs typeface="Arial"/>
              </a:defRPr>
            </a:lvl1pPr>
            <a:lvl2pPr marL="742950" indent="-285750" algn="l" defTabSz="457200" rtl="0" eaLnBrk="1" latinLnBrk="0" hangingPunct="1">
              <a:spcBef>
                <a:spcPct val="20000"/>
              </a:spcBef>
              <a:buFont typeface="Arial"/>
              <a:buChar char="–"/>
              <a:defRPr sz="2800" kern="1200">
                <a:solidFill>
                  <a:srgbClr val="323232"/>
                </a:solidFill>
                <a:latin typeface="Arial"/>
                <a:ea typeface="+mn-ea"/>
                <a:cs typeface="Arial"/>
              </a:defRPr>
            </a:lvl2pPr>
            <a:lvl3pPr marL="1143000" indent="-228600" algn="l" defTabSz="457200" rtl="0" eaLnBrk="1" latinLnBrk="0" hangingPunct="1">
              <a:spcBef>
                <a:spcPct val="20000"/>
              </a:spcBef>
              <a:buFont typeface="Arial"/>
              <a:buChar char="•"/>
              <a:defRPr sz="2400" kern="1200">
                <a:solidFill>
                  <a:srgbClr val="323232"/>
                </a:solidFill>
                <a:latin typeface="Arial"/>
                <a:ea typeface="+mn-ea"/>
                <a:cs typeface="Arial"/>
              </a:defRPr>
            </a:lvl3pPr>
            <a:lvl4pPr marL="1600200" indent="-228600" algn="l" defTabSz="457200" rtl="0" eaLnBrk="1" latinLnBrk="0" hangingPunct="1">
              <a:spcBef>
                <a:spcPct val="20000"/>
              </a:spcBef>
              <a:buFont typeface="Arial"/>
              <a:buChar char="–"/>
              <a:defRPr sz="2000" kern="1200">
                <a:solidFill>
                  <a:srgbClr val="323232"/>
                </a:solidFill>
                <a:latin typeface="Arial"/>
                <a:ea typeface="+mn-ea"/>
                <a:cs typeface="Arial"/>
              </a:defRPr>
            </a:lvl4pPr>
            <a:lvl5pPr marL="2057400" indent="-228600" algn="l" defTabSz="457200" rtl="0" eaLnBrk="1" latinLnBrk="0" hangingPunct="1">
              <a:spcBef>
                <a:spcPct val="20000"/>
              </a:spcBef>
              <a:buFont typeface="Arial"/>
              <a:buChar char="»"/>
              <a:defRPr sz="2000" kern="1200">
                <a:solidFill>
                  <a:schemeClr val="accent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accent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accent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accent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accent1"/>
                </a:solidFill>
                <a:latin typeface="+mn-lt"/>
                <a:ea typeface="+mn-ea"/>
                <a:cs typeface="+mn-cs"/>
              </a:defRPr>
            </a:lvl9pPr>
          </a:lstStyle>
          <a:p>
            <a:pPr fontAlgn="ctr"/>
            <a:r>
              <a:rPr lang="en" dirty="0"/>
              <a:t>Supervisor: Mc </a:t>
            </a:r>
            <a:r>
              <a:rPr lang="en" dirty="0" err="1"/>
              <a:t>sc</a:t>
            </a:r>
            <a:r>
              <a:rPr lang="en" dirty="0"/>
              <a:t> </a:t>
            </a:r>
            <a:r>
              <a:rPr lang="en" dirty="0" err="1"/>
              <a:t>ing</a:t>
            </a:r>
            <a:r>
              <a:rPr lang="en"/>
              <a:t> </a:t>
            </a:r>
            <a:r>
              <a:rPr lang="en-GB"/>
              <a:t>Maksims </a:t>
            </a:r>
            <a:r>
              <a:rPr lang="en-GB" dirty="0" err="1"/>
              <a:t>Žigunovs</a:t>
            </a:r>
            <a:br>
              <a:rPr lang="en-GB" dirty="0"/>
            </a:br>
            <a:endParaRPr lang="en-US" dirty="0"/>
          </a:p>
        </p:txBody>
      </p:sp>
      <p:sp>
        <p:nvSpPr>
          <p:cNvPr id="8" name="Text Placeholder 1"/>
          <p:cNvSpPr>
            <a:spLocks noGrp="1"/>
          </p:cNvSpPr>
          <p:nvPr>
            <p:ph type="body" sz="quarter" idx="11"/>
          </p:nvPr>
        </p:nvSpPr>
        <p:spPr>
          <a:xfrm>
            <a:off x="874185" y="3948223"/>
            <a:ext cx="10619316" cy="495300"/>
          </a:xfrm>
        </p:spPr>
        <p:txBody>
          <a:bodyPr/>
          <a:lstStyle/>
          <a:p>
            <a:r>
              <a:rPr lang="en-US" dirty="0"/>
              <a:t>Computer Science</a:t>
            </a:r>
          </a:p>
        </p:txBody>
      </p:sp>
    </p:spTree>
    <p:extLst>
      <p:ext uri="{BB962C8B-B14F-4D97-AF65-F5344CB8AC3E}">
        <p14:creationId xmlns:p14="http://schemas.microsoft.com/office/powerpoint/2010/main" val="17123442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453932"/>
            <a:ext cx="10972800" cy="2901252"/>
          </a:xfrm>
        </p:spPr>
        <p:txBody>
          <a:bodyPr/>
          <a:lstStyle/>
          <a:p>
            <a:r>
              <a:rPr lang="en" dirty="0"/>
              <a:t>In forest management manual inspection is super slow and </a:t>
            </a:r>
            <a:r>
              <a:rPr lang="en" dirty="0" err="1"/>
              <a:t>labour</a:t>
            </a:r>
            <a:r>
              <a:rPr lang="en" dirty="0"/>
              <a:t> intensive.</a:t>
            </a:r>
          </a:p>
          <a:p>
            <a:r>
              <a:rPr lang="en" dirty="0"/>
              <a:t>This presentation will describe </a:t>
            </a:r>
            <a:r>
              <a:rPr lang="en" dirty="0" err="1"/>
              <a:t>bri</a:t>
            </a:r>
            <a:r>
              <a:rPr lang="en-GB" dirty="0" err="1"/>
              <a:t>ef</a:t>
            </a:r>
            <a:r>
              <a:rPr lang="en" dirty="0" err="1"/>
              <a:t>ly</a:t>
            </a:r>
            <a:r>
              <a:rPr lang="en" dirty="0"/>
              <a:t> about how we can automate it by using AI and computer vision. </a:t>
            </a:r>
          </a:p>
          <a:p>
            <a:r>
              <a:rPr lang="en" dirty="0"/>
              <a:t>This project explores how AI can detect trees from a video and make decisions weather a certain tree has to be cut or keep. </a:t>
            </a:r>
          </a:p>
          <a:p>
            <a:endParaRPr lang="en" dirty="0"/>
          </a:p>
        </p:txBody>
      </p:sp>
      <p:sp>
        <p:nvSpPr>
          <p:cNvPr id="3" name="Title 2"/>
          <p:cNvSpPr>
            <a:spLocks noGrp="1"/>
          </p:cNvSpPr>
          <p:nvPr>
            <p:ph type="title"/>
          </p:nvPr>
        </p:nvSpPr>
        <p:spPr/>
        <p:txBody>
          <a:bodyPr/>
          <a:lstStyle/>
          <a:p>
            <a:r>
              <a:rPr lang="en" dirty="0"/>
              <a:t>Introduction</a:t>
            </a:r>
            <a:endParaRPr lang="lv-LV" dirty="0"/>
          </a:p>
        </p:txBody>
      </p:sp>
      <p:sp>
        <p:nvSpPr>
          <p:cNvPr id="4" name="Slide Number Placeholder 3"/>
          <p:cNvSpPr>
            <a:spLocks noGrp="1"/>
          </p:cNvSpPr>
          <p:nvPr>
            <p:ph type="sldNum" sz="quarter" idx="4"/>
          </p:nvPr>
        </p:nvSpPr>
        <p:spPr/>
        <p:txBody>
          <a:bodyPr/>
          <a:lstStyle/>
          <a:p>
            <a:r>
              <a:rPr lang="en" dirty="0"/>
              <a:t>RTU Liepaja</a:t>
            </a:r>
            <a:endParaRPr lang="en-US" dirty="0"/>
          </a:p>
        </p:txBody>
      </p:sp>
    </p:spTree>
    <p:extLst>
      <p:ext uri="{BB962C8B-B14F-4D97-AF65-F5344CB8AC3E}">
        <p14:creationId xmlns:p14="http://schemas.microsoft.com/office/powerpoint/2010/main" val="16904995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599" y="1944126"/>
            <a:ext cx="10972800" cy="3485713"/>
          </a:xfrm>
        </p:spPr>
        <p:txBody>
          <a:bodyPr>
            <a:normAutofit fontScale="92500"/>
          </a:bodyPr>
          <a:lstStyle/>
          <a:p>
            <a:r>
              <a:rPr lang="en-LV" dirty="0"/>
              <a:t>Forests are a huge object in our environment, for natural resources, and for the economy. Because of this, forest management must be carried out carefully and efficiently. When it comes to cutting trees this is a critical decision to make becuase it can impact critically for human life. This is usually done to improve forest health, reduce overcrowding, and support the growth of stronger trees. In many cases, these decisions are still based mainly on manual observation and personal experience. Although expert knowledge is valuable, manual assessment can be slow, physically demanding, and sometimes inconsistent.</a:t>
            </a:r>
          </a:p>
          <a:p>
            <a:r>
              <a:rPr lang="en" dirty="0"/>
              <a:t>There is a need for AI systems which can detect , map and make decisions.</a:t>
            </a:r>
          </a:p>
          <a:p>
            <a:r>
              <a:rPr lang="en" dirty="0"/>
              <a:t>Object detection models such as YOLO are widely used in computer vision. Real forest environments are </a:t>
            </a:r>
            <a:r>
              <a:rPr lang="en" dirty="0" err="1"/>
              <a:t>chall</a:t>
            </a:r>
            <a:r>
              <a:rPr lang="en-GB" dirty="0"/>
              <a:t>e</a:t>
            </a:r>
            <a:r>
              <a:rPr lang="en" dirty="0" err="1"/>
              <a:t>nging</a:t>
            </a:r>
            <a:r>
              <a:rPr lang="en" dirty="0"/>
              <a:t> because of lighting , camera movements and </a:t>
            </a:r>
            <a:r>
              <a:rPr lang="en" dirty="0" err="1"/>
              <a:t>irr</a:t>
            </a:r>
            <a:r>
              <a:rPr lang="en-GB" dirty="0"/>
              <a:t>e</a:t>
            </a:r>
            <a:r>
              <a:rPr lang="en" dirty="0"/>
              <a:t>gular tree shapes.</a:t>
            </a:r>
          </a:p>
          <a:p>
            <a:r>
              <a:rPr lang="en" dirty="0"/>
              <a:t>So why not </a:t>
            </a:r>
            <a:r>
              <a:rPr lang="en-GB" dirty="0"/>
              <a:t>I</a:t>
            </a:r>
            <a:r>
              <a:rPr lang="en" dirty="0"/>
              <a:t> make something to help it using computer vision.</a:t>
            </a:r>
            <a:endParaRPr lang="lv-LV" dirty="0"/>
          </a:p>
        </p:txBody>
      </p:sp>
      <p:sp>
        <p:nvSpPr>
          <p:cNvPr id="3" name="Title 2"/>
          <p:cNvSpPr>
            <a:spLocks noGrp="1"/>
          </p:cNvSpPr>
          <p:nvPr>
            <p:ph type="title"/>
          </p:nvPr>
        </p:nvSpPr>
        <p:spPr/>
        <p:txBody>
          <a:bodyPr/>
          <a:lstStyle/>
          <a:p>
            <a:r>
              <a:rPr lang="en" dirty="0"/>
              <a:t>Topic relevance</a:t>
            </a:r>
          </a:p>
        </p:txBody>
      </p:sp>
      <p:sp>
        <p:nvSpPr>
          <p:cNvPr id="4" name="Slide Number Placeholder 3"/>
          <p:cNvSpPr>
            <a:spLocks noGrp="1"/>
          </p:cNvSpPr>
          <p:nvPr>
            <p:ph type="sldNum" sz="quarter" idx="4"/>
          </p:nvPr>
        </p:nvSpPr>
        <p:spPr/>
        <p:txBody>
          <a:bodyPr/>
          <a:lstStyle/>
          <a:p>
            <a:r>
              <a:rPr lang="en"/>
              <a:t>RTU Liepaja</a:t>
            </a:r>
            <a:endParaRPr lang="en-US" dirty="0"/>
          </a:p>
        </p:txBody>
      </p:sp>
    </p:spTree>
    <p:extLst>
      <p:ext uri="{BB962C8B-B14F-4D97-AF65-F5344CB8AC3E}">
        <p14:creationId xmlns:p14="http://schemas.microsoft.com/office/powerpoint/2010/main" val="1239195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599" y="2801965"/>
            <a:ext cx="10972800" cy="2789129"/>
          </a:xfrm>
        </p:spPr>
        <p:txBody>
          <a:bodyPr/>
          <a:lstStyle/>
          <a:p>
            <a:pPr lvl="0"/>
            <a:r>
              <a:rPr lang="en-LV" dirty="0"/>
              <a:t>To collect forest video data and extract image frames from it.</a:t>
            </a:r>
          </a:p>
          <a:p>
            <a:pPr lvl="0"/>
            <a:r>
              <a:rPr lang="en-LV" dirty="0"/>
              <a:t>To prepare and annotate a dataset of trees.</a:t>
            </a:r>
          </a:p>
          <a:p>
            <a:pPr lvl="0"/>
            <a:r>
              <a:rPr lang="en-LV" dirty="0"/>
              <a:t>To train a YOLOv8 model for tree detection.</a:t>
            </a:r>
          </a:p>
          <a:p>
            <a:pPr lvl="0"/>
            <a:r>
              <a:rPr lang="en-LV" dirty="0"/>
              <a:t>To detect trees in new frames using the trained model.</a:t>
            </a:r>
          </a:p>
          <a:p>
            <a:pPr lvl="0"/>
            <a:r>
              <a:rPr lang="en-LV" dirty="0"/>
              <a:t>To estimate approximate tree positions based on detection results.</a:t>
            </a:r>
          </a:p>
          <a:p>
            <a:pPr lvl="0"/>
            <a:r>
              <a:rPr lang="en-LV" dirty="0"/>
              <a:t>To generate a simplified 2D or 3D forest map.</a:t>
            </a:r>
          </a:p>
          <a:p>
            <a:pPr lvl="0"/>
            <a:r>
              <a:rPr lang="en-LV" dirty="0"/>
              <a:t>To implement a rule-based decision support module for cut/keep classification.</a:t>
            </a:r>
          </a:p>
        </p:txBody>
      </p:sp>
      <p:sp>
        <p:nvSpPr>
          <p:cNvPr id="3" name="Title 2"/>
          <p:cNvSpPr>
            <a:spLocks noGrp="1"/>
          </p:cNvSpPr>
          <p:nvPr>
            <p:ph type="title"/>
          </p:nvPr>
        </p:nvSpPr>
        <p:spPr/>
        <p:txBody>
          <a:bodyPr/>
          <a:lstStyle/>
          <a:p>
            <a:r>
              <a:rPr lang="en" dirty="0"/>
              <a:t>Purpose and objectives </a:t>
            </a:r>
            <a:endParaRPr lang="lv-LV" dirty="0"/>
          </a:p>
        </p:txBody>
      </p:sp>
      <p:sp>
        <p:nvSpPr>
          <p:cNvPr id="4" name="Slide Number Placeholder 3"/>
          <p:cNvSpPr>
            <a:spLocks noGrp="1"/>
          </p:cNvSpPr>
          <p:nvPr>
            <p:ph type="sldNum" sz="quarter" idx="4"/>
          </p:nvPr>
        </p:nvSpPr>
        <p:spPr/>
        <p:txBody>
          <a:bodyPr/>
          <a:lstStyle/>
          <a:p>
            <a:r>
              <a:rPr lang="en"/>
              <a:t>RTU Liepaja</a:t>
            </a:r>
            <a:endParaRPr lang="en-US" dirty="0"/>
          </a:p>
        </p:txBody>
      </p:sp>
      <p:sp>
        <p:nvSpPr>
          <p:cNvPr id="5" name="TextBox 4">
            <a:extLst>
              <a:ext uri="{FF2B5EF4-FFF2-40B4-BE49-F238E27FC236}">
                <a16:creationId xmlns:a16="http://schemas.microsoft.com/office/drawing/2014/main" id="{4EC6224F-E31D-F8D1-5743-E405C87BD875}"/>
              </a:ext>
            </a:extLst>
          </p:cNvPr>
          <p:cNvSpPr txBox="1"/>
          <p:nvPr/>
        </p:nvSpPr>
        <p:spPr>
          <a:xfrm>
            <a:off x="716438" y="1783641"/>
            <a:ext cx="9737888" cy="646331"/>
          </a:xfrm>
          <a:prstGeom prst="rect">
            <a:avLst/>
          </a:prstGeom>
          <a:noFill/>
        </p:spPr>
        <p:txBody>
          <a:bodyPr wrap="square" rtlCol="0">
            <a:spAutoFit/>
          </a:bodyPr>
          <a:lstStyle/>
          <a:p>
            <a:r>
              <a:rPr lang="en-LV" dirty="0"/>
              <a:t>To develop AI based system which detects trees from a forest and making decisions on which trees to cut or keep while mapping the whole area using tree placements.</a:t>
            </a:r>
          </a:p>
        </p:txBody>
      </p:sp>
    </p:spTree>
    <p:extLst>
      <p:ext uri="{BB962C8B-B14F-4D97-AF65-F5344CB8AC3E}">
        <p14:creationId xmlns:p14="http://schemas.microsoft.com/office/powerpoint/2010/main" val="41526744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LV" dirty="0"/>
              <a:t>The main research question of this thesis is:</a:t>
            </a:r>
          </a:p>
          <a:p>
            <a:r>
              <a:rPr lang="en-LV" dirty="0"/>
              <a:t>Can a YOLOv8 based computer vision system detect trees from forest video footage and provide useful support for selective tree-cutting decisions? </a:t>
            </a:r>
            <a:endParaRPr lang="lv-LV" dirty="0"/>
          </a:p>
        </p:txBody>
      </p:sp>
      <p:sp>
        <p:nvSpPr>
          <p:cNvPr id="3" name="Title 2"/>
          <p:cNvSpPr>
            <a:spLocks noGrp="1"/>
          </p:cNvSpPr>
          <p:nvPr>
            <p:ph type="title"/>
          </p:nvPr>
        </p:nvSpPr>
        <p:spPr/>
        <p:txBody>
          <a:bodyPr/>
          <a:lstStyle/>
          <a:p>
            <a:r>
              <a:rPr lang="en" dirty="0"/>
              <a:t>Research hypothesis and/or question</a:t>
            </a:r>
            <a:endParaRPr lang="lv-LV" dirty="0"/>
          </a:p>
        </p:txBody>
      </p:sp>
      <p:sp>
        <p:nvSpPr>
          <p:cNvPr id="4" name="Slide Number Placeholder 3"/>
          <p:cNvSpPr>
            <a:spLocks noGrp="1"/>
          </p:cNvSpPr>
          <p:nvPr>
            <p:ph type="sldNum" sz="quarter" idx="4"/>
          </p:nvPr>
        </p:nvSpPr>
        <p:spPr/>
        <p:txBody>
          <a:bodyPr/>
          <a:lstStyle/>
          <a:p>
            <a:r>
              <a:rPr lang="en"/>
              <a:t>RTU Liepaja</a:t>
            </a:r>
            <a:endParaRPr lang="en-US" dirty="0"/>
          </a:p>
        </p:txBody>
      </p:sp>
    </p:spTree>
    <p:extLst>
      <p:ext uri="{BB962C8B-B14F-4D97-AF65-F5344CB8AC3E}">
        <p14:creationId xmlns:p14="http://schemas.microsoft.com/office/powerpoint/2010/main" val="6183181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2049380"/>
            <a:ext cx="10972800" cy="3842373"/>
          </a:xfrm>
        </p:spPr>
        <p:txBody>
          <a:bodyPr>
            <a:normAutofit/>
          </a:bodyPr>
          <a:lstStyle/>
          <a:p>
            <a:r>
              <a:rPr lang="en" dirty="0"/>
              <a:t>What methods were used to achieve the goal </a:t>
            </a:r>
            <a:r>
              <a:rPr lang="lv-LV" dirty="0" err="1"/>
              <a:t>defined</a:t>
            </a:r>
            <a:r>
              <a:rPr lang="lv-LV" dirty="0"/>
              <a:t> </a:t>
            </a:r>
            <a:r>
              <a:rPr lang="en" dirty="0"/>
              <a:t>in the </a:t>
            </a:r>
            <a:r>
              <a:rPr lang="lv-LV" dirty="0" err="1"/>
              <a:t>Thesis</a:t>
            </a:r>
            <a:r>
              <a:rPr lang="en" dirty="0"/>
              <a:t>?</a:t>
            </a:r>
          </a:p>
          <a:p>
            <a:pPr marL="0" indent="0">
              <a:buNone/>
            </a:pPr>
            <a:endParaRPr lang="en" dirty="0"/>
          </a:p>
          <a:p>
            <a:pPr lvl="1"/>
            <a:r>
              <a:rPr lang="en-GB" dirty="0"/>
              <a:t>T</a:t>
            </a:r>
            <a:r>
              <a:rPr lang="en" dirty="0" err="1"/>
              <a:t>ried</a:t>
            </a:r>
            <a:r>
              <a:rPr lang="en" dirty="0"/>
              <a:t> with a random forest video from </a:t>
            </a:r>
            <a:r>
              <a:rPr lang="en" dirty="0" err="1"/>
              <a:t>youtube</a:t>
            </a:r>
            <a:r>
              <a:rPr lang="en" dirty="0"/>
              <a:t> link is on the last page.</a:t>
            </a:r>
          </a:p>
          <a:p>
            <a:pPr lvl="1"/>
            <a:r>
              <a:rPr lang="en-GB" dirty="0"/>
              <a:t>E</a:t>
            </a:r>
            <a:r>
              <a:rPr lang="en" dirty="0" err="1"/>
              <a:t>xtract</a:t>
            </a:r>
            <a:r>
              <a:rPr lang="en" dirty="0"/>
              <a:t> </a:t>
            </a:r>
            <a:r>
              <a:rPr lang="en" dirty="0" err="1"/>
              <a:t>frams</a:t>
            </a:r>
            <a:r>
              <a:rPr lang="en" dirty="0"/>
              <a:t> using OpenCV</a:t>
            </a:r>
          </a:p>
          <a:p>
            <a:pPr lvl="1"/>
            <a:r>
              <a:rPr lang="en" dirty="0"/>
              <a:t>Manual data labeling of trees using </a:t>
            </a:r>
            <a:r>
              <a:rPr lang="en" dirty="0" err="1"/>
              <a:t>Roboflow</a:t>
            </a:r>
            <a:endParaRPr lang="en" dirty="0"/>
          </a:p>
          <a:p>
            <a:pPr lvl="1"/>
            <a:r>
              <a:rPr lang="en" dirty="0"/>
              <a:t>YOLOv8 model training on the labeled dataset</a:t>
            </a:r>
          </a:p>
          <a:p>
            <a:pPr lvl="1"/>
            <a:r>
              <a:rPr lang="en" dirty="0"/>
              <a:t>Tree detection on unseen frames</a:t>
            </a:r>
          </a:p>
          <a:p>
            <a:pPr lvl="1"/>
            <a:r>
              <a:rPr lang="en" dirty="0"/>
              <a:t>Relative position estimation</a:t>
            </a:r>
          </a:p>
          <a:p>
            <a:pPr lvl="1"/>
            <a:r>
              <a:rPr lang="en-GB" dirty="0"/>
              <a:t>P</a:t>
            </a:r>
            <a:r>
              <a:rPr lang="en" dirty="0" err="1"/>
              <a:t>rototype</a:t>
            </a:r>
            <a:r>
              <a:rPr lang="en" dirty="0"/>
              <a:t> 2D or 3D mapping</a:t>
            </a:r>
          </a:p>
          <a:p>
            <a:pPr lvl="1"/>
            <a:r>
              <a:rPr lang="en" dirty="0"/>
              <a:t>Rule based decision making for cut or keep using 2 colors</a:t>
            </a:r>
          </a:p>
        </p:txBody>
      </p:sp>
      <p:sp>
        <p:nvSpPr>
          <p:cNvPr id="3" name="Title 2"/>
          <p:cNvSpPr>
            <a:spLocks noGrp="1"/>
          </p:cNvSpPr>
          <p:nvPr>
            <p:ph type="title"/>
          </p:nvPr>
        </p:nvSpPr>
        <p:spPr/>
        <p:txBody>
          <a:bodyPr/>
          <a:lstStyle/>
          <a:p>
            <a:r>
              <a:rPr lang="en" dirty="0"/>
              <a:t>Research and project development methods and approaches</a:t>
            </a:r>
            <a:endParaRPr lang="lv-LV" dirty="0"/>
          </a:p>
        </p:txBody>
      </p:sp>
      <p:sp>
        <p:nvSpPr>
          <p:cNvPr id="4" name="Slide Number Placeholder 3"/>
          <p:cNvSpPr>
            <a:spLocks noGrp="1"/>
          </p:cNvSpPr>
          <p:nvPr>
            <p:ph type="sldNum" sz="quarter" idx="4"/>
          </p:nvPr>
        </p:nvSpPr>
        <p:spPr/>
        <p:txBody>
          <a:bodyPr/>
          <a:lstStyle/>
          <a:p>
            <a:r>
              <a:rPr lang="en"/>
              <a:t>RTU Liepaja</a:t>
            </a:r>
            <a:endParaRPr lang="en-US" dirty="0"/>
          </a:p>
        </p:txBody>
      </p:sp>
    </p:spTree>
    <p:extLst>
      <p:ext uri="{BB962C8B-B14F-4D97-AF65-F5344CB8AC3E}">
        <p14:creationId xmlns:p14="http://schemas.microsoft.com/office/powerpoint/2010/main" val="1940287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77BAB6D-A3A4-AC40-04F4-048839A02B70}"/>
              </a:ext>
            </a:extLst>
          </p:cNvPr>
          <p:cNvSpPr>
            <a:spLocks noGrp="1"/>
          </p:cNvSpPr>
          <p:nvPr>
            <p:ph idx="1"/>
          </p:nvPr>
        </p:nvSpPr>
        <p:spPr>
          <a:xfrm>
            <a:off x="609600" y="1453933"/>
            <a:ext cx="10972800" cy="1260988"/>
          </a:xfrm>
        </p:spPr>
        <p:txBody>
          <a:bodyPr>
            <a:normAutofit/>
          </a:bodyPr>
          <a:lstStyle/>
          <a:p>
            <a:r>
              <a:rPr lang="en" dirty="0"/>
              <a:t>Visual evaluation of the results.</a:t>
            </a:r>
          </a:p>
          <a:p>
            <a:r>
              <a:rPr lang="en" dirty="0"/>
              <a:t>Comparison of detected tree positions across frames.</a:t>
            </a:r>
          </a:p>
          <a:p>
            <a:r>
              <a:rPr lang="en" dirty="0"/>
              <a:t>Assessment of system limitations.</a:t>
            </a:r>
          </a:p>
          <a:p>
            <a:endParaRPr lang="en-LV" dirty="0"/>
          </a:p>
        </p:txBody>
      </p:sp>
      <p:sp>
        <p:nvSpPr>
          <p:cNvPr id="3" name="Title 2">
            <a:extLst>
              <a:ext uri="{FF2B5EF4-FFF2-40B4-BE49-F238E27FC236}">
                <a16:creationId xmlns:a16="http://schemas.microsoft.com/office/drawing/2014/main" id="{8DFC5F71-A13F-B101-A528-E1F3D5BC7708}"/>
              </a:ext>
            </a:extLst>
          </p:cNvPr>
          <p:cNvSpPr>
            <a:spLocks noGrp="1"/>
          </p:cNvSpPr>
          <p:nvPr>
            <p:ph type="title"/>
          </p:nvPr>
        </p:nvSpPr>
        <p:spPr/>
        <p:txBody>
          <a:bodyPr/>
          <a:lstStyle/>
          <a:p>
            <a:r>
              <a:rPr lang="en-LV" dirty="0"/>
              <a:t>Data analysis</a:t>
            </a:r>
          </a:p>
        </p:txBody>
      </p:sp>
      <p:sp>
        <p:nvSpPr>
          <p:cNvPr id="4" name="Slide Number Placeholder 3">
            <a:extLst>
              <a:ext uri="{FF2B5EF4-FFF2-40B4-BE49-F238E27FC236}">
                <a16:creationId xmlns:a16="http://schemas.microsoft.com/office/drawing/2014/main" id="{419B2461-2EBB-71D5-AC37-E18F9D9DB473}"/>
              </a:ext>
            </a:extLst>
          </p:cNvPr>
          <p:cNvSpPr>
            <a:spLocks noGrp="1"/>
          </p:cNvSpPr>
          <p:nvPr>
            <p:ph type="sldNum" sz="quarter" idx="4"/>
          </p:nvPr>
        </p:nvSpPr>
        <p:spPr/>
        <p:txBody>
          <a:bodyPr/>
          <a:lstStyle/>
          <a:p>
            <a:r>
              <a:rPr lang="lv-LV"/>
              <a:t>RTU Liepāja</a:t>
            </a:r>
            <a:endParaRPr lang="en-US" dirty="0"/>
          </a:p>
        </p:txBody>
      </p:sp>
      <p:sp>
        <p:nvSpPr>
          <p:cNvPr id="5" name="TextBox 4">
            <a:extLst>
              <a:ext uri="{FF2B5EF4-FFF2-40B4-BE49-F238E27FC236}">
                <a16:creationId xmlns:a16="http://schemas.microsoft.com/office/drawing/2014/main" id="{60E75C21-9023-D491-331A-03ACE4CFF441}"/>
              </a:ext>
            </a:extLst>
          </p:cNvPr>
          <p:cNvSpPr txBox="1"/>
          <p:nvPr/>
        </p:nvSpPr>
        <p:spPr>
          <a:xfrm>
            <a:off x="1310325" y="3299381"/>
            <a:ext cx="8880049" cy="2031325"/>
          </a:xfrm>
          <a:prstGeom prst="rect">
            <a:avLst/>
          </a:prstGeom>
          <a:noFill/>
        </p:spPr>
        <p:txBody>
          <a:bodyPr wrap="square" rtlCol="0">
            <a:spAutoFit/>
          </a:bodyPr>
          <a:lstStyle/>
          <a:p>
            <a:r>
              <a:rPr lang="en-LV" dirty="0"/>
              <a:t>Pipeline That </a:t>
            </a:r>
            <a:r>
              <a:rPr lang="en-GB" dirty="0"/>
              <a:t>I</a:t>
            </a:r>
            <a:r>
              <a:rPr lang="en-LV" dirty="0"/>
              <a:t> used </a:t>
            </a:r>
          </a:p>
          <a:p>
            <a:endParaRPr lang="en-LV" dirty="0"/>
          </a:p>
          <a:p>
            <a:r>
              <a:rPr lang="en-LV" dirty="0"/>
              <a:t> </a:t>
            </a:r>
          </a:p>
          <a:p>
            <a:r>
              <a:rPr lang="en-LV" dirty="0"/>
              <a:t>Video            Frames            Labeling            YOLOv8 Training           Detection     </a:t>
            </a:r>
          </a:p>
          <a:p>
            <a:r>
              <a:rPr lang="en-LV" dirty="0"/>
              <a:t> Position Estimation            Mapping            Decision making.</a:t>
            </a:r>
          </a:p>
          <a:p>
            <a:endParaRPr lang="en-LV" dirty="0"/>
          </a:p>
          <a:p>
            <a:endParaRPr lang="en-LV" dirty="0"/>
          </a:p>
        </p:txBody>
      </p:sp>
      <p:sp>
        <p:nvSpPr>
          <p:cNvPr id="6" name="Right Arrow 5">
            <a:extLst>
              <a:ext uri="{FF2B5EF4-FFF2-40B4-BE49-F238E27FC236}">
                <a16:creationId xmlns:a16="http://schemas.microsoft.com/office/drawing/2014/main" id="{D0DA0C8D-2C33-6CFD-6529-888FC36B6444}"/>
              </a:ext>
            </a:extLst>
          </p:cNvPr>
          <p:cNvSpPr/>
          <p:nvPr/>
        </p:nvSpPr>
        <p:spPr>
          <a:xfrm>
            <a:off x="2083324" y="4258482"/>
            <a:ext cx="584462" cy="113121"/>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LV" dirty="0"/>
          </a:p>
        </p:txBody>
      </p:sp>
      <p:sp>
        <p:nvSpPr>
          <p:cNvPr id="7" name="Right Arrow 6">
            <a:extLst>
              <a:ext uri="{FF2B5EF4-FFF2-40B4-BE49-F238E27FC236}">
                <a16:creationId xmlns:a16="http://schemas.microsoft.com/office/drawing/2014/main" id="{AF417820-EB92-9950-2714-DA3556E06EBE}"/>
              </a:ext>
            </a:extLst>
          </p:cNvPr>
          <p:cNvSpPr/>
          <p:nvPr/>
        </p:nvSpPr>
        <p:spPr>
          <a:xfrm>
            <a:off x="3604297" y="4258482"/>
            <a:ext cx="584462" cy="113121"/>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LV" dirty="0"/>
          </a:p>
        </p:txBody>
      </p:sp>
      <p:sp>
        <p:nvSpPr>
          <p:cNvPr id="8" name="Right Arrow 7">
            <a:extLst>
              <a:ext uri="{FF2B5EF4-FFF2-40B4-BE49-F238E27FC236}">
                <a16:creationId xmlns:a16="http://schemas.microsoft.com/office/drawing/2014/main" id="{A99E8D14-93B6-254A-0D83-21E51616F684}"/>
              </a:ext>
            </a:extLst>
          </p:cNvPr>
          <p:cNvSpPr/>
          <p:nvPr/>
        </p:nvSpPr>
        <p:spPr>
          <a:xfrm>
            <a:off x="5252301" y="4258481"/>
            <a:ext cx="584462" cy="113121"/>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LV" dirty="0"/>
          </a:p>
        </p:txBody>
      </p:sp>
      <p:sp>
        <p:nvSpPr>
          <p:cNvPr id="9" name="Right Arrow 8">
            <a:extLst>
              <a:ext uri="{FF2B5EF4-FFF2-40B4-BE49-F238E27FC236}">
                <a16:creationId xmlns:a16="http://schemas.microsoft.com/office/drawing/2014/main" id="{3C727067-0CE6-B6DA-8CBD-958F93B60019}"/>
              </a:ext>
            </a:extLst>
          </p:cNvPr>
          <p:cNvSpPr/>
          <p:nvPr/>
        </p:nvSpPr>
        <p:spPr>
          <a:xfrm>
            <a:off x="7721337" y="4258480"/>
            <a:ext cx="584462" cy="113121"/>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LV" dirty="0"/>
          </a:p>
        </p:txBody>
      </p:sp>
      <p:sp>
        <p:nvSpPr>
          <p:cNvPr id="10" name="Right Arrow 9">
            <a:extLst>
              <a:ext uri="{FF2B5EF4-FFF2-40B4-BE49-F238E27FC236}">
                <a16:creationId xmlns:a16="http://schemas.microsoft.com/office/drawing/2014/main" id="{259BC24D-415A-1102-4B16-A94D1677DEE4}"/>
              </a:ext>
            </a:extLst>
          </p:cNvPr>
          <p:cNvSpPr/>
          <p:nvPr/>
        </p:nvSpPr>
        <p:spPr>
          <a:xfrm>
            <a:off x="9378768" y="4258479"/>
            <a:ext cx="584462" cy="113121"/>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LV" dirty="0"/>
          </a:p>
        </p:txBody>
      </p:sp>
      <p:sp>
        <p:nvSpPr>
          <p:cNvPr id="11" name="Right Arrow 10">
            <a:extLst>
              <a:ext uri="{FF2B5EF4-FFF2-40B4-BE49-F238E27FC236}">
                <a16:creationId xmlns:a16="http://schemas.microsoft.com/office/drawing/2014/main" id="{F89F2BB0-C891-9708-DA51-B951FE2B0D19}"/>
              </a:ext>
            </a:extLst>
          </p:cNvPr>
          <p:cNvSpPr/>
          <p:nvPr/>
        </p:nvSpPr>
        <p:spPr>
          <a:xfrm>
            <a:off x="3480062" y="4551070"/>
            <a:ext cx="584462" cy="113121"/>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LV" dirty="0"/>
          </a:p>
        </p:txBody>
      </p:sp>
      <p:sp>
        <p:nvSpPr>
          <p:cNvPr id="12" name="Right Arrow 11">
            <a:extLst>
              <a:ext uri="{FF2B5EF4-FFF2-40B4-BE49-F238E27FC236}">
                <a16:creationId xmlns:a16="http://schemas.microsoft.com/office/drawing/2014/main" id="{064FD028-6695-F775-4CB0-BBA1CBB01BD2}"/>
              </a:ext>
            </a:extLst>
          </p:cNvPr>
          <p:cNvSpPr/>
          <p:nvPr/>
        </p:nvSpPr>
        <p:spPr>
          <a:xfrm>
            <a:off x="5165887" y="4551070"/>
            <a:ext cx="584462" cy="113121"/>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LV" dirty="0"/>
          </a:p>
        </p:txBody>
      </p:sp>
    </p:spTree>
    <p:extLst>
      <p:ext uri="{BB962C8B-B14F-4D97-AF65-F5344CB8AC3E}">
        <p14:creationId xmlns:p14="http://schemas.microsoft.com/office/powerpoint/2010/main" val="17398887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graph of a graph&#10;&#10;AI-generated content may be incorrect.">
            <a:extLst>
              <a:ext uri="{FF2B5EF4-FFF2-40B4-BE49-F238E27FC236}">
                <a16:creationId xmlns:a16="http://schemas.microsoft.com/office/drawing/2014/main" id="{D200F74F-102D-DAEB-98B8-A7E27935B271}"/>
              </a:ext>
            </a:extLst>
          </p:cNvPr>
          <p:cNvPicPr>
            <a:picLocks noChangeAspect="1"/>
          </p:cNvPicPr>
          <p:nvPr/>
        </p:nvPicPr>
        <p:blipFill>
          <a:blip r:embed="rId2"/>
          <a:stretch>
            <a:fillRect/>
          </a:stretch>
        </p:blipFill>
        <p:spPr>
          <a:xfrm>
            <a:off x="2355989" y="1182076"/>
            <a:ext cx="7513890" cy="5015523"/>
          </a:xfrm>
          <a:prstGeom prst="rect">
            <a:avLst/>
          </a:prstGeom>
          <a:noFill/>
        </p:spPr>
      </p:pic>
      <p:sp>
        <p:nvSpPr>
          <p:cNvPr id="3" name="Title 2"/>
          <p:cNvSpPr>
            <a:spLocks noGrp="1"/>
          </p:cNvSpPr>
          <p:nvPr>
            <p:ph type="title"/>
          </p:nvPr>
        </p:nvSpPr>
        <p:spPr>
          <a:xfrm>
            <a:off x="609600" y="156860"/>
            <a:ext cx="10972800" cy="868909"/>
          </a:xfrm>
        </p:spPr>
        <p:txBody>
          <a:bodyPr anchor="t">
            <a:normAutofit/>
          </a:bodyPr>
          <a:lstStyle/>
          <a:p>
            <a:r>
              <a:rPr lang="en" dirty="0"/>
              <a:t>Work content</a:t>
            </a:r>
          </a:p>
        </p:txBody>
      </p:sp>
      <p:sp>
        <p:nvSpPr>
          <p:cNvPr id="4" name="Slide Number Placeholder 3"/>
          <p:cNvSpPr>
            <a:spLocks noGrp="1"/>
          </p:cNvSpPr>
          <p:nvPr>
            <p:ph type="sldNum" sz="quarter" idx="4"/>
          </p:nvPr>
        </p:nvSpPr>
        <p:spPr>
          <a:xfrm>
            <a:off x="609599" y="6272743"/>
            <a:ext cx="3296356" cy="365125"/>
          </a:xfrm>
        </p:spPr>
        <p:txBody>
          <a:bodyPr>
            <a:normAutofit/>
          </a:bodyPr>
          <a:lstStyle/>
          <a:p>
            <a:pPr>
              <a:spcAft>
                <a:spcPts val="600"/>
              </a:spcAft>
            </a:pPr>
            <a:r>
              <a:rPr lang="en"/>
              <a:t>RTU Liepaja</a:t>
            </a:r>
            <a:endParaRPr lang="en-US"/>
          </a:p>
        </p:txBody>
      </p:sp>
    </p:spTree>
    <p:extLst>
      <p:ext uri="{BB962C8B-B14F-4D97-AF65-F5344CB8AC3E}">
        <p14:creationId xmlns:p14="http://schemas.microsoft.com/office/powerpoint/2010/main" val="19184698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of a graph&#10;&#10;AI-generated content may be incorrect.">
            <a:extLst>
              <a:ext uri="{FF2B5EF4-FFF2-40B4-BE49-F238E27FC236}">
                <a16:creationId xmlns:a16="http://schemas.microsoft.com/office/drawing/2014/main" id="{3629AF86-5D99-7D10-C0D3-D0B8F97BECAA}"/>
              </a:ext>
            </a:extLst>
          </p:cNvPr>
          <p:cNvPicPr>
            <a:picLocks noChangeAspect="1"/>
          </p:cNvPicPr>
          <p:nvPr/>
        </p:nvPicPr>
        <p:blipFill>
          <a:blip r:embed="rId2"/>
          <a:stretch>
            <a:fillRect/>
          </a:stretch>
        </p:blipFill>
        <p:spPr>
          <a:xfrm>
            <a:off x="2355989" y="1182076"/>
            <a:ext cx="7513890" cy="5015523"/>
          </a:xfrm>
          <a:prstGeom prst="rect">
            <a:avLst/>
          </a:prstGeom>
          <a:noFill/>
        </p:spPr>
      </p:pic>
      <p:sp>
        <p:nvSpPr>
          <p:cNvPr id="10" name="Title 2">
            <a:extLst>
              <a:ext uri="{FF2B5EF4-FFF2-40B4-BE49-F238E27FC236}">
                <a16:creationId xmlns:a16="http://schemas.microsoft.com/office/drawing/2014/main" id="{77DBFE53-38F3-B39A-C53C-9B1898A39F95}"/>
              </a:ext>
            </a:extLst>
          </p:cNvPr>
          <p:cNvSpPr>
            <a:spLocks noGrp="1"/>
          </p:cNvSpPr>
          <p:nvPr>
            <p:ph type="title"/>
          </p:nvPr>
        </p:nvSpPr>
        <p:spPr>
          <a:xfrm>
            <a:off x="609600" y="156860"/>
            <a:ext cx="10972800" cy="868909"/>
          </a:xfrm>
        </p:spPr>
        <p:txBody>
          <a:bodyPr/>
          <a:lstStyle/>
          <a:p>
            <a:r>
              <a:rPr lang="en-US" dirty="0"/>
              <a:t>Work content</a:t>
            </a:r>
          </a:p>
        </p:txBody>
      </p:sp>
      <p:sp>
        <p:nvSpPr>
          <p:cNvPr id="4" name="Slide Number Placeholder 3">
            <a:extLst>
              <a:ext uri="{FF2B5EF4-FFF2-40B4-BE49-F238E27FC236}">
                <a16:creationId xmlns:a16="http://schemas.microsoft.com/office/drawing/2014/main" id="{6C7EDBFF-65DE-179A-5439-592F81F981D7}"/>
              </a:ext>
            </a:extLst>
          </p:cNvPr>
          <p:cNvSpPr>
            <a:spLocks noGrp="1"/>
          </p:cNvSpPr>
          <p:nvPr>
            <p:ph type="sldNum" sz="quarter" idx="4"/>
          </p:nvPr>
        </p:nvSpPr>
        <p:spPr>
          <a:xfrm>
            <a:off x="609599" y="6272743"/>
            <a:ext cx="3296356" cy="365125"/>
          </a:xfrm>
        </p:spPr>
        <p:txBody>
          <a:bodyPr>
            <a:normAutofit/>
          </a:bodyPr>
          <a:lstStyle/>
          <a:p>
            <a:pPr>
              <a:spcAft>
                <a:spcPts val="600"/>
              </a:spcAft>
            </a:pPr>
            <a:r>
              <a:rPr lang="lv-LV"/>
              <a:t>RTU Liepāja</a:t>
            </a:r>
            <a:endParaRPr lang="en-US"/>
          </a:p>
        </p:txBody>
      </p:sp>
    </p:spTree>
    <p:extLst>
      <p:ext uri="{BB962C8B-B14F-4D97-AF65-F5344CB8AC3E}">
        <p14:creationId xmlns:p14="http://schemas.microsoft.com/office/powerpoint/2010/main" val="392049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of a tree&#10;&#10;AI-generated content may be incorrect.">
            <a:extLst>
              <a:ext uri="{FF2B5EF4-FFF2-40B4-BE49-F238E27FC236}">
                <a16:creationId xmlns:a16="http://schemas.microsoft.com/office/drawing/2014/main" id="{1C562ED2-72AB-A5B0-35FA-57EADB8BED02}"/>
              </a:ext>
            </a:extLst>
          </p:cNvPr>
          <p:cNvPicPr>
            <a:picLocks noChangeAspect="1"/>
          </p:cNvPicPr>
          <p:nvPr/>
        </p:nvPicPr>
        <p:blipFill>
          <a:blip r:embed="rId2"/>
          <a:stretch>
            <a:fillRect/>
          </a:stretch>
        </p:blipFill>
        <p:spPr>
          <a:xfrm>
            <a:off x="2355989" y="1182076"/>
            <a:ext cx="7513890" cy="5015523"/>
          </a:xfrm>
          <a:prstGeom prst="rect">
            <a:avLst/>
          </a:prstGeom>
          <a:noFill/>
        </p:spPr>
      </p:pic>
      <p:sp>
        <p:nvSpPr>
          <p:cNvPr id="10" name="Title 2">
            <a:extLst>
              <a:ext uri="{FF2B5EF4-FFF2-40B4-BE49-F238E27FC236}">
                <a16:creationId xmlns:a16="http://schemas.microsoft.com/office/drawing/2014/main" id="{81698A5B-10E9-6A30-BC27-961B5C00BD5D}"/>
              </a:ext>
            </a:extLst>
          </p:cNvPr>
          <p:cNvSpPr>
            <a:spLocks noGrp="1"/>
          </p:cNvSpPr>
          <p:nvPr>
            <p:ph type="title"/>
          </p:nvPr>
        </p:nvSpPr>
        <p:spPr>
          <a:xfrm>
            <a:off x="609600" y="156860"/>
            <a:ext cx="10972800" cy="868909"/>
          </a:xfrm>
        </p:spPr>
        <p:txBody>
          <a:bodyPr/>
          <a:lstStyle/>
          <a:p>
            <a:r>
              <a:rPr lang="en-US" dirty="0"/>
              <a:t>Work content</a:t>
            </a:r>
          </a:p>
        </p:txBody>
      </p:sp>
      <p:sp>
        <p:nvSpPr>
          <p:cNvPr id="4" name="Slide Number Placeholder 3">
            <a:extLst>
              <a:ext uri="{FF2B5EF4-FFF2-40B4-BE49-F238E27FC236}">
                <a16:creationId xmlns:a16="http://schemas.microsoft.com/office/drawing/2014/main" id="{B5E6551E-D309-13A9-00A0-1669BF9F6F7B}"/>
              </a:ext>
            </a:extLst>
          </p:cNvPr>
          <p:cNvSpPr>
            <a:spLocks noGrp="1"/>
          </p:cNvSpPr>
          <p:nvPr>
            <p:ph type="sldNum" sz="quarter" idx="4"/>
          </p:nvPr>
        </p:nvSpPr>
        <p:spPr>
          <a:xfrm>
            <a:off x="609599" y="6272743"/>
            <a:ext cx="3296356" cy="365125"/>
          </a:xfrm>
        </p:spPr>
        <p:txBody>
          <a:bodyPr>
            <a:normAutofit/>
          </a:bodyPr>
          <a:lstStyle/>
          <a:p>
            <a:pPr>
              <a:spcAft>
                <a:spcPts val="600"/>
              </a:spcAft>
            </a:pPr>
            <a:r>
              <a:rPr lang="lv-LV"/>
              <a:t>RTU Liepāja</a:t>
            </a:r>
            <a:endParaRPr lang="en-US"/>
          </a:p>
        </p:txBody>
      </p:sp>
    </p:spTree>
    <p:extLst>
      <p:ext uri="{BB962C8B-B14F-4D97-AF65-F5344CB8AC3E}">
        <p14:creationId xmlns:p14="http://schemas.microsoft.com/office/powerpoint/2010/main" val="31357899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of a graph&#10;&#10;AI-generated content may be incorrect.">
            <a:extLst>
              <a:ext uri="{FF2B5EF4-FFF2-40B4-BE49-F238E27FC236}">
                <a16:creationId xmlns:a16="http://schemas.microsoft.com/office/drawing/2014/main" id="{1582F2AF-21F7-FC3D-54B1-477564312854}"/>
              </a:ext>
            </a:extLst>
          </p:cNvPr>
          <p:cNvPicPr>
            <a:picLocks noChangeAspect="1"/>
          </p:cNvPicPr>
          <p:nvPr/>
        </p:nvPicPr>
        <p:blipFill>
          <a:blip r:embed="rId2"/>
          <a:stretch>
            <a:fillRect/>
          </a:stretch>
        </p:blipFill>
        <p:spPr>
          <a:xfrm>
            <a:off x="2355989" y="1182076"/>
            <a:ext cx="7513890" cy="5015523"/>
          </a:xfrm>
          <a:prstGeom prst="rect">
            <a:avLst/>
          </a:prstGeom>
          <a:noFill/>
        </p:spPr>
      </p:pic>
      <p:sp>
        <p:nvSpPr>
          <p:cNvPr id="10" name="Title 2">
            <a:extLst>
              <a:ext uri="{FF2B5EF4-FFF2-40B4-BE49-F238E27FC236}">
                <a16:creationId xmlns:a16="http://schemas.microsoft.com/office/drawing/2014/main" id="{CDB362DC-D760-2518-E6A3-F8003C8D027F}"/>
              </a:ext>
            </a:extLst>
          </p:cNvPr>
          <p:cNvSpPr>
            <a:spLocks noGrp="1"/>
          </p:cNvSpPr>
          <p:nvPr>
            <p:ph type="title"/>
          </p:nvPr>
        </p:nvSpPr>
        <p:spPr>
          <a:xfrm>
            <a:off x="609600" y="156860"/>
            <a:ext cx="10972800" cy="868909"/>
          </a:xfrm>
        </p:spPr>
        <p:txBody>
          <a:bodyPr/>
          <a:lstStyle/>
          <a:p>
            <a:r>
              <a:rPr lang="en-US" dirty="0"/>
              <a:t>Work content</a:t>
            </a:r>
          </a:p>
        </p:txBody>
      </p:sp>
      <p:sp>
        <p:nvSpPr>
          <p:cNvPr id="4" name="Slide Number Placeholder 3">
            <a:extLst>
              <a:ext uri="{FF2B5EF4-FFF2-40B4-BE49-F238E27FC236}">
                <a16:creationId xmlns:a16="http://schemas.microsoft.com/office/drawing/2014/main" id="{D06D30E3-FD2D-96EA-A81C-AAD5036C44E4}"/>
              </a:ext>
            </a:extLst>
          </p:cNvPr>
          <p:cNvSpPr>
            <a:spLocks noGrp="1"/>
          </p:cNvSpPr>
          <p:nvPr>
            <p:ph type="sldNum" sz="quarter" idx="4"/>
          </p:nvPr>
        </p:nvSpPr>
        <p:spPr>
          <a:xfrm>
            <a:off x="609599" y="6272743"/>
            <a:ext cx="3296356" cy="365125"/>
          </a:xfrm>
        </p:spPr>
        <p:txBody>
          <a:bodyPr>
            <a:normAutofit/>
          </a:bodyPr>
          <a:lstStyle/>
          <a:p>
            <a:pPr>
              <a:spcAft>
                <a:spcPts val="600"/>
              </a:spcAft>
            </a:pPr>
            <a:r>
              <a:rPr lang="lv-LV"/>
              <a:t>RTU Liepāja</a:t>
            </a:r>
            <a:endParaRPr lang="en-US"/>
          </a:p>
        </p:txBody>
      </p:sp>
    </p:spTree>
    <p:extLst>
      <p:ext uri="{BB962C8B-B14F-4D97-AF65-F5344CB8AC3E}">
        <p14:creationId xmlns:p14="http://schemas.microsoft.com/office/powerpoint/2010/main" val="17355106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C3450-CAB7-9C2A-6CF7-FFA6AB384E47}"/>
            </a:ext>
          </a:extLst>
        </p:cNvPr>
        <p:cNvGrpSpPr/>
        <p:nvPr/>
      </p:nvGrpSpPr>
      <p:grpSpPr>
        <a:xfrm>
          <a:off x="0" y="0"/>
          <a:ext cx="0" cy="0"/>
          <a:chOff x="0" y="0"/>
          <a:chExt cx="0" cy="0"/>
        </a:xfrm>
      </p:grpSpPr>
      <p:pic>
        <p:nvPicPr>
          <p:cNvPr id="2" name="Picture 1" descr="A group of graphs showing loss&#10;&#10;AI-generated content may be incorrect.">
            <a:extLst>
              <a:ext uri="{FF2B5EF4-FFF2-40B4-BE49-F238E27FC236}">
                <a16:creationId xmlns:a16="http://schemas.microsoft.com/office/drawing/2014/main" id="{5A0B4CEE-0713-B986-E924-B1D73577899C}"/>
              </a:ext>
            </a:extLst>
          </p:cNvPr>
          <p:cNvPicPr>
            <a:picLocks noChangeAspect="1"/>
          </p:cNvPicPr>
          <p:nvPr/>
        </p:nvPicPr>
        <p:blipFill>
          <a:blip r:embed="rId2"/>
          <a:stretch>
            <a:fillRect/>
          </a:stretch>
        </p:blipFill>
        <p:spPr>
          <a:xfrm>
            <a:off x="1097411" y="1182076"/>
            <a:ext cx="10031046" cy="5015523"/>
          </a:xfrm>
          <a:prstGeom prst="rect">
            <a:avLst/>
          </a:prstGeom>
          <a:noFill/>
        </p:spPr>
      </p:pic>
      <p:sp>
        <p:nvSpPr>
          <p:cNvPr id="10" name="Title 2">
            <a:extLst>
              <a:ext uri="{FF2B5EF4-FFF2-40B4-BE49-F238E27FC236}">
                <a16:creationId xmlns:a16="http://schemas.microsoft.com/office/drawing/2014/main" id="{CE7C9F41-5BC5-01A4-266A-B4AB8ED049EB}"/>
              </a:ext>
            </a:extLst>
          </p:cNvPr>
          <p:cNvSpPr>
            <a:spLocks noGrp="1"/>
          </p:cNvSpPr>
          <p:nvPr>
            <p:ph type="title"/>
          </p:nvPr>
        </p:nvSpPr>
        <p:spPr>
          <a:xfrm>
            <a:off x="609600" y="156860"/>
            <a:ext cx="10972800" cy="868909"/>
          </a:xfrm>
        </p:spPr>
        <p:txBody>
          <a:bodyPr anchor="t">
            <a:normAutofit/>
          </a:bodyPr>
          <a:lstStyle/>
          <a:p>
            <a:r>
              <a:rPr lang="en-US" dirty="0"/>
              <a:t>Work content</a:t>
            </a:r>
          </a:p>
        </p:txBody>
      </p:sp>
      <p:sp>
        <p:nvSpPr>
          <p:cNvPr id="4" name="Slide Number Placeholder 3">
            <a:extLst>
              <a:ext uri="{FF2B5EF4-FFF2-40B4-BE49-F238E27FC236}">
                <a16:creationId xmlns:a16="http://schemas.microsoft.com/office/drawing/2014/main" id="{E2E2F90B-07C2-C2EB-4E91-29C318643774}"/>
              </a:ext>
            </a:extLst>
          </p:cNvPr>
          <p:cNvSpPr>
            <a:spLocks noGrp="1"/>
          </p:cNvSpPr>
          <p:nvPr>
            <p:ph type="sldNum" sz="quarter" idx="4"/>
          </p:nvPr>
        </p:nvSpPr>
        <p:spPr>
          <a:xfrm>
            <a:off x="609599" y="6272743"/>
            <a:ext cx="3296356" cy="365125"/>
          </a:xfrm>
        </p:spPr>
        <p:txBody>
          <a:bodyPr>
            <a:normAutofit/>
          </a:bodyPr>
          <a:lstStyle/>
          <a:p>
            <a:pPr>
              <a:spcAft>
                <a:spcPts val="600"/>
              </a:spcAft>
            </a:pPr>
            <a:r>
              <a:rPr lang="lv-LV"/>
              <a:t>RTU Liepāja</a:t>
            </a:r>
            <a:endParaRPr lang="en-US"/>
          </a:p>
        </p:txBody>
      </p:sp>
    </p:spTree>
    <p:extLst>
      <p:ext uri="{BB962C8B-B14F-4D97-AF65-F5344CB8AC3E}">
        <p14:creationId xmlns:p14="http://schemas.microsoft.com/office/powerpoint/2010/main" val="16968283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A083E-9772-EE87-702A-4128FC7C193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7F4E333-B598-F51B-FF92-905080A31BF0}"/>
              </a:ext>
            </a:extLst>
          </p:cNvPr>
          <p:cNvPicPr>
            <a:picLocks noChangeAspect="1"/>
          </p:cNvPicPr>
          <p:nvPr/>
        </p:nvPicPr>
        <p:blipFill>
          <a:blip r:embed="rId2"/>
          <a:stretch>
            <a:fillRect/>
          </a:stretch>
        </p:blipFill>
        <p:spPr>
          <a:xfrm>
            <a:off x="3605173" y="1182076"/>
            <a:ext cx="5015523" cy="5015523"/>
          </a:xfrm>
          <a:prstGeom prst="rect">
            <a:avLst/>
          </a:prstGeom>
          <a:noFill/>
        </p:spPr>
      </p:pic>
      <p:sp>
        <p:nvSpPr>
          <p:cNvPr id="10" name="Title 2">
            <a:extLst>
              <a:ext uri="{FF2B5EF4-FFF2-40B4-BE49-F238E27FC236}">
                <a16:creationId xmlns:a16="http://schemas.microsoft.com/office/drawing/2014/main" id="{57CE2A77-4F41-9D28-C3A9-2D2083249A5B}"/>
              </a:ext>
            </a:extLst>
          </p:cNvPr>
          <p:cNvSpPr>
            <a:spLocks noGrp="1"/>
          </p:cNvSpPr>
          <p:nvPr>
            <p:ph type="title"/>
          </p:nvPr>
        </p:nvSpPr>
        <p:spPr>
          <a:xfrm>
            <a:off x="609600" y="156860"/>
            <a:ext cx="10972800" cy="868909"/>
          </a:xfrm>
        </p:spPr>
        <p:txBody>
          <a:bodyPr anchor="t">
            <a:normAutofit/>
          </a:bodyPr>
          <a:lstStyle/>
          <a:p>
            <a:r>
              <a:rPr lang="en-US" dirty="0"/>
              <a:t>Work content</a:t>
            </a:r>
          </a:p>
        </p:txBody>
      </p:sp>
      <p:sp>
        <p:nvSpPr>
          <p:cNvPr id="4" name="Slide Number Placeholder 3">
            <a:extLst>
              <a:ext uri="{FF2B5EF4-FFF2-40B4-BE49-F238E27FC236}">
                <a16:creationId xmlns:a16="http://schemas.microsoft.com/office/drawing/2014/main" id="{4C8A58FA-BF86-AEC3-672C-D65DCF0F0DD2}"/>
              </a:ext>
            </a:extLst>
          </p:cNvPr>
          <p:cNvSpPr>
            <a:spLocks noGrp="1"/>
          </p:cNvSpPr>
          <p:nvPr>
            <p:ph type="sldNum" sz="quarter" idx="4"/>
          </p:nvPr>
        </p:nvSpPr>
        <p:spPr>
          <a:xfrm>
            <a:off x="609599" y="6272743"/>
            <a:ext cx="3296356" cy="365125"/>
          </a:xfrm>
        </p:spPr>
        <p:txBody>
          <a:bodyPr>
            <a:normAutofit/>
          </a:bodyPr>
          <a:lstStyle/>
          <a:p>
            <a:pPr>
              <a:spcAft>
                <a:spcPts val="600"/>
              </a:spcAft>
            </a:pPr>
            <a:r>
              <a:rPr lang="lv-LV"/>
              <a:t>RTU Liepāja</a:t>
            </a:r>
            <a:endParaRPr lang="en-US"/>
          </a:p>
        </p:txBody>
      </p:sp>
    </p:spTree>
    <p:extLst>
      <p:ext uri="{BB962C8B-B14F-4D97-AF65-F5344CB8AC3E}">
        <p14:creationId xmlns:p14="http://schemas.microsoft.com/office/powerpoint/2010/main" val="23520270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42998-1618-435B-2B79-A9194C5C96C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F7F4AA2-C3DA-AFDF-7201-6F64340F368E}"/>
              </a:ext>
            </a:extLst>
          </p:cNvPr>
          <p:cNvPicPr>
            <a:picLocks noChangeAspect="1"/>
          </p:cNvPicPr>
          <p:nvPr/>
        </p:nvPicPr>
        <p:blipFill>
          <a:blip r:embed="rId2"/>
          <a:stretch>
            <a:fillRect/>
          </a:stretch>
        </p:blipFill>
        <p:spPr>
          <a:xfrm>
            <a:off x="3605173" y="1182076"/>
            <a:ext cx="5015523" cy="5015523"/>
          </a:xfrm>
          <a:prstGeom prst="rect">
            <a:avLst/>
          </a:prstGeom>
          <a:noFill/>
        </p:spPr>
      </p:pic>
      <p:sp>
        <p:nvSpPr>
          <p:cNvPr id="10" name="Title 2">
            <a:extLst>
              <a:ext uri="{FF2B5EF4-FFF2-40B4-BE49-F238E27FC236}">
                <a16:creationId xmlns:a16="http://schemas.microsoft.com/office/drawing/2014/main" id="{3CFCECC3-7F83-AB2D-6FB0-674412704C8D}"/>
              </a:ext>
            </a:extLst>
          </p:cNvPr>
          <p:cNvSpPr>
            <a:spLocks noGrp="1"/>
          </p:cNvSpPr>
          <p:nvPr>
            <p:ph type="title"/>
          </p:nvPr>
        </p:nvSpPr>
        <p:spPr>
          <a:xfrm>
            <a:off x="609600" y="156860"/>
            <a:ext cx="10972800" cy="868909"/>
          </a:xfrm>
        </p:spPr>
        <p:txBody>
          <a:bodyPr anchor="t">
            <a:normAutofit/>
          </a:bodyPr>
          <a:lstStyle/>
          <a:p>
            <a:r>
              <a:rPr lang="en-US" dirty="0"/>
              <a:t>Work content</a:t>
            </a:r>
          </a:p>
        </p:txBody>
      </p:sp>
      <p:sp>
        <p:nvSpPr>
          <p:cNvPr id="4" name="Slide Number Placeholder 3">
            <a:extLst>
              <a:ext uri="{FF2B5EF4-FFF2-40B4-BE49-F238E27FC236}">
                <a16:creationId xmlns:a16="http://schemas.microsoft.com/office/drawing/2014/main" id="{1759FF1C-3D8A-EEDC-20EF-164DAE96D050}"/>
              </a:ext>
            </a:extLst>
          </p:cNvPr>
          <p:cNvSpPr>
            <a:spLocks noGrp="1"/>
          </p:cNvSpPr>
          <p:nvPr>
            <p:ph type="sldNum" sz="quarter" idx="4"/>
          </p:nvPr>
        </p:nvSpPr>
        <p:spPr>
          <a:xfrm>
            <a:off x="609599" y="6272743"/>
            <a:ext cx="3296356" cy="365125"/>
          </a:xfrm>
        </p:spPr>
        <p:txBody>
          <a:bodyPr>
            <a:normAutofit/>
          </a:bodyPr>
          <a:lstStyle/>
          <a:p>
            <a:pPr>
              <a:spcAft>
                <a:spcPts val="600"/>
              </a:spcAft>
            </a:pPr>
            <a:r>
              <a:rPr lang="lv-LV"/>
              <a:t>RTU Liepāja</a:t>
            </a:r>
            <a:endParaRPr lang="en-US"/>
          </a:p>
        </p:txBody>
      </p:sp>
    </p:spTree>
    <p:extLst>
      <p:ext uri="{BB962C8B-B14F-4D97-AF65-F5344CB8AC3E}">
        <p14:creationId xmlns:p14="http://schemas.microsoft.com/office/powerpoint/2010/main" val="12296977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FC80B-6377-BA0B-B2C0-2EADC7577EF4}"/>
            </a:ext>
          </a:extLst>
        </p:cNvPr>
        <p:cNvGrpSpPr/>
        <p:nvPr/>
      </p:nvGrpSpPr>
      <p:grpSpPr>
        <a:xfrm>
          <a:off x="0" y="0"/>
          <a:ext cx="0" cy="0"/>
          <a:chOff x="0" y="0"/>
          <a:chExt cx="0" cy="0"/>
        </a:xfrm>
      </p:grpSpPr>
      <p:sp>
        <p:nvSpPr>
          <p:cNvPr id="10" name="Title 2">
            <a:extLst>
              <a:ext uri="{FF2B5EF4-FFF2-40B4-BE49-F238E27FC236}">
                <a16:creationId xmlns:a16="http://schemas.microsoft.com/office/drawing/2014/main" id="{693718DA-232F-8DC9-68AF-5144D89F6520}"/>
              </a:ext>
            </a:extLst>
          </p:cNvPr>
          <p:cNvSpPr>
            <a:spLocks noGrp="1"/>
          </p:cNvSpPr>
          <p:nvPr>
            <p:ph type="title"/>
          </p:nvPr>
        </p:nvSpPr>
        <p:spPr>
          <a:xfrm>
            <a:off x="609600" y="361949"/>
            <a:ext cx="10972800" cy="772587"/>
          </a:xfrm>
        </p:spPr>
        <p:txBody>
          <a:bodyPr anchor="ctr">
            <a:normAutofit/>
          </a:bodyPr>
          <a:lstStyle/>
          <a:p>
            <a:r>
              <a:rPr lang="en-US" dirty="0"/>
              <a:t>Work content</a:t>
            </a:r>
          </a:p>
        </p:txBody>
      </p:sp>
      <p:sp>
        <p:nvSpPr>
          <p:cNvPr id="4" name="Slide Number Placeholder 3">
            <a:extLst>
              <a:ext uri="{FF2B5EF4-FFF2-40B4-BE49-F238E27FC236}">
                <a16:creationId xmlns:a16="http://schemas.microsoft.com/office/drawing/2014/main" id="{953081F2-0B23-D653-71CF-3DB9B8A4B073}"/>
              </a:ext>
            </a:extLst>
          </p:cNvPr>
          <p:cNvSpPr>
            <a:spLocks noGrp="1"/>
          </p:cNvSpPr>
          <p:nvPr>
            <p:ph type="sldNum" sz="quarter" idx="10"/>
          </p:nvPr>
        </p:nvSpPr>
        <p:spPr>
          <a:xfrm>
            <a:off x="609599" y="6272743"/>
            <a:ext cx="3296356" cy="365125"/>
          </a:xfrm>
        </p:spPr>
        <p:txBody>
          <a:bodyPr>
            <a:normAutofit/>
          </a:bodyPr>
          <a:lstStyle/>
          <a:p>
            <a:pPr>
              <a:spcAft>
                <a:spcPts val="600"/>
              </a:spcAft>
            </a:pPr>
            <a:r>
              <a:rPr lang="lv-LV"/>
              <a:t>RTU Liepāja</a:t>
            </a:r>
            <a:endParaRPr lang="en-US"/>
          </a:p>
        </p:txBody>
      </p:sp>
      <p:pic>
        <p:nvPicPr>
          <p:cNvPr id="3" name="Picture 2" descr="A blue and white graph&#10;&#10;AI-generated content may be incorrect.">
            <a:extLst>
              <a:ext uri="{FF2B5EF4-FFF2-40B4-BE49-F238E27FC236}">
                <a16:creationId xmlns:a16="http://schemas.microsoft.com/office/drawing/2014/main" id="{844D82C6-9F91-88E9-5FEC-199BFCE5AB31}"/>
              </a:ext>
            </a:extLst>
          </p:cNvPr>
          <p:cNvPicPr>
            <a:picLocks noChangeAspect="1"/>
          </p:cNvPicPr>
          <p:nvPr/>
        </p:nvPicPr>
        <p:blipFill>
          <a:blip r:embed="rId2"/>
          <a:stretch>
            <a:fillRect/>
          </a:stretch>
        </p:blipFill>
        <p:spPr>
          <a:xfrm>
            <a:off x="617006" y="1453932"/>
            <a:ext cx="5376337" cy="4032250"/>
          </a:xfrm>
          <a:prstGeom prst="rect">
            <a:avLst/>
          </a:prstGeom>
          <a:noFill/>
        </p:spPr>
      </p:pic>
      <p:pic>
        <p:nvPicPr>
          <p:cNvPr id="9" name="Picture 8" descr="A screenshot of a computer screen&#10;&#10;AI-generated content may be incorrect.">
            <a:extLst>
              <a:ext uri="{FF2B5EF4-FFF2-40B4-BE49-F238E27FC236}">
                <a16:creationId xmlns:a16="http://schemas.microsoft.com/office/drawing/2014/main" id="{B380AF01-CE8A-E8B9-0AEC-2AC077F8B57A}"/>
              </a:ext>
            </a:extLst>
          </p:cNvPr>
          <p:cNvPicPr>
            <a:picLocks noChangeAspect="1"/>
          </p:cNvPicPr>
          <p:nvPr/>
        </p:nvPicPr>
        <p:blipFill>
          <a:blip r:embed="rId3"/>
          <a:stretch>
            <a:fillRect/>
          </a:stretch>
        </p:blipFill>
        <p:spPr>
          <a:xfrm>
            <a:off x="6870700" y="1453932"/>
            <a:ext cx="4032250" cy="4032250"/>
          </a:xfrm>
          <a:prstGeom prst="rect">
            <a:avLst/>
          </a:prstGeom>
          <a:noFill/>
        </p:spPr>
      </p:pic>
    </p:spTree>
    <p:extLst>
      <p:ext uri="{BB962C8B-B14F-4D97-AF65-F5344CB8AC3E}">
        <p14:creationId xmlns:p14="http://schemas.microsoft.com/office/powerpoint/2010/main" val="40401014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A83C168-375E-6C20-7AA5-DE1A45362E93}"/>
              </a:ext>
            </a:extLst>
          </p:cNvPr>
          <p:cNvSpPr>
            <a:spLocks noGrp="1"/>
          </p:cNvSpPr>
          <p:nvPr>
            <p:ph type="title"/>
          </p:nvPr>
        </p:nvSpPr>
        <p:spPr/>
        <p:txBody>
          <a:bodyPr/>
          <a:lstStyle/>
          <a:p>
            <a:r>
              <a:rPr lang="en-LV" dirty="0"/>
              <a:t>Work content</a:t>
            </a:r>
          </a:p>
        </p:txBody>
      </p:sp>
      <p:sp>
        <p:nvSpPr>
          <p:cNvPr id="4" name="Slide Number Placeholder 3">
            <a:extLst>
              <a:ext uri="{FF2B5EF4-FFF2-40B4-BE49-F238E27FC236}">
                <a16:creationId xmlns:a16="http://schemas.microsoft.com/office/drawing/2014/main" id="{F7636CAE-B5E4-9946-163D-3DB508B4BD9C}"/>
              </a:ext>
            </a:extLst>
          </p:cNvPr>
          <p:cNvSpPr>
            <a:spLocks noGrp="1"/>
          </p:cNvSpPr>
          <p:nvPr>
            <p:ph type="sldNum" sz="quarter" idx="4"/>
          </p:nvPr>
        </p:nvSpPr>
        <p:spPr/>
        <p:txBody>
          <a:bodyPr/>
          <a:lstStyle/>
          <a:p>
            <a:r>
              <a:rPr lang="lv-LV" dirty="0"/>
              <a:t>RTU Liepāja</a:t>
            </a:r>
            <a:endParaRPr lang="en-US" dirty="0"/>
          </a:p>
        </p:txBody>
      </p:sp>
      <p:sp>
        <p:nvSpPr>
          <p:cNvPr id="9" name="TextBox 8">
            <a:extLst>
              <a:ext uri="{FF2B5EF4-FFF2-40B4-BE49-F238E27FC236}">
                <a16:creationId xmlns:a16="http://schemas.microsoft.com/office/drawing/2014/main" id="{4D070139-68F2-A4D4-E316-D948232A3D41}"/>
              </a:ext>
            </a:extLst>
          </p:cNvPr>
          <p:cNvSpPr txBox="1"/>
          <p:nvPr/>
        </p:nvSpPr>
        <p:spPr>
          <a:xfrm>
            <a:off x="609600" y="1461155"/>
            <a:ext cx="4603424" cy="1754326"/>
          </a:xfrm>
          <a:prstGeom prst="rect">
            <a:avLst/>
          </a:prstGeom>
          <a:noFill/>
        </p:spPr>
        <p:txBody>
          <a:bodyPr wrap="square" rtlCol="0">
            <a:spAutoFit/>
          </a:bodyPr>
          <a:lstStyle/>
          <a:p>
            <a:r>
              <a:rPr lang="en-GB" dirty="0" err="1">
                <a:solidFill>
                  <a:schemeClr val="accent6">
                    <a:lumMod val="75000"/>
                  </a:schemeClr>
                </a:solidFill>
              </a:rPr>
              <a:t>frame_count</a:t>
            </a:r>
            <a:r>
              <a:rPr lang="en-GB" dirty="0">
                <a:solidFill>
                  <a:schemeClr val="accent6">
                    <a:lumMod val="75000"/>
                  </a:schemeClr>
                </a:solidFill>
              </a:rPr>
              <a:t> = 0</a:t>
            </a:r>
          </a:p>
          <a:p>
            <a:r>
              <a:rPr lang="en-GB" dirty="0">
                <a:solidFill>
                  <a:schemeClr val="accent6">
                    <a:lumMod val="75000"/>
                  </a:schemeClr>
                </a:solidFill>
              </a:rPr>
              <a:t>fps = 5 </a:t>
            </a:r>
            <a:br>
              <a:rPr lang="en-GB" dirty="0">
                <a:solidFill>
                  <a:schemeClr val="accent6">
                    <a:lumMod val="75000"/>
                  </a:schemeClr>
                </a:solidFill>
              </a:rPr>
            </a:br>
            <a:endParaRPr lang="en-GB" dirty="0">
              <a:solidFill>
                <a:schemeClr val="accent6">
                  <a:lumMod val="75000"/>
                </a:schemeClr>
              </a:solidFill>
            </a:endParaRPr>
          </a:p>
          <a:p>
            <a:r>
              <a:rPr lang="en-GB" dirty="0" err="1">
                <a:solidFill>
                  <a:schemeClr val="accent6">
                    <a:lumMod val="75000"/>
                  </a:schemeClr>
                </a:solidFill>
              </a:rPr>
              <a:t>video_fps</a:t>
            </a:r>
            <a:r>
              <a:rPr lang="en-GB" dirty="0">
                <a:solidFill>
                  <a:schemeClr val="accent6">
                    <a:lumMod val="75000"/>
                  </a:schemeClr>
                </a:solidFill>
              </a:rPr>
              <a:t> = </a:t>
            </a:r>
            <a:r>
              <a:rPr lang="en-GB" dirty="0" err="1">
                <a:solidFill>
                  <a:schemeClr val="accent6">
                    <a:lumMod val="75000"/>
                  </a:schemeClr>
                </a:solidFill>
              </a:rPr>
              <a:t>cap.get</a:t>
            </a:r>
            <a:r>
              <a:rPr lang="en-GB" dirty="0">
                <a:solidFill>
                  <a:schemeClr val="accent6">
                    <a:lumMod val="75000"/>
                  </a:schemeClr>
                </a:solidFill>
              </a:rPr>
              <a:t>(cv2.CAP_PROP_FPS)</a:t>
            </a:r>
          </a:p>
          <a:p>
            <a:r>
              <a:rPr lang="en-GB" dirty="0" err="1">
                <a:solidFill>
                  <a:schemeClr val="accent6">
                    <a:lumMod val="75000"/>
                  </a:schemeClr>
                </a:solidFill>
              </a:rPr>
              <a:t>frame_interval</a:t>
            </a:r>
            <a:r>
              <a:rPr lang="en-GB" dirty="0">
                <a:solidFill>
                  <a:schemeClr val="accent6">
                    <a:lumMod val="75000"/>
                  </a:schemeClr>
                </a:solidFill>
              </a:rPr>
              <a:t> = int(</a:t>
            </a:r>
            <a:r>
              <a:rPr lang="en-GB" dirty="0" err="1">
                <a:solidFill>
                  <a:schemeClr val="accent6">
                    <a:lumMod val="75000"/>
                  </a:schemeClr>
                </a:solidFill>
              </a:rPr>
              <a:t>video_fps</a:t>
            </a:r>
            <a:r>
              <a:rPr lang="en-GB" dirty="0">
                <a:solidFill>
                  <a:schemeClr val="accent6">
                    <a:lumMod val="75000"/>
                  </a:schemeClr>
                </a:solidFill>
              </a:rPr>
              <a:t> / fps)</a:t>
            </a:r>
          </a:p>
          <a:p>
            <a:r>
              <a:rPr lang="en-LV" dirty="0"/>
              <a:t>            </a:t>
            </a:r>
          </a:p>
        </p:txBody>
      </p:sp>
      <p:sp>
        <p:nvSpPr>
          <p:cNvPr id="10" name="TextBox 9">
            <a:extLst>
              <a:ext uri="{FF2B5EF4-FFF2-40B4-BE49-F238E27FC236}">
                <a16:creationId xmlns:a16="http://schemas.microsoft.com/office/drawing/2014/main" id="{1FACEBB3-5CDB-E692-29DB-105230756EDA}"/>
              </a:ext>
            </a:extLst>
          </p:cNvPr>
          <p:cNvSpPr txBox="1"/>
          <p:nvPr/>
        </p:nvSpPr>
        <p:spPr>
          <a:xfrm>
            <a:off x="542041" y="3541986"/>
            <a:ext cx="4279769" cy="923330"/>
          </a:xfrm>
          <a:prstGeom prst="rect">
            <a:avLst/>
          </a:prstGeom>
          <a:noFill/>
        </p:spPr>
        <p:txBody>
          <a:bodyPr wrap="square" rtlCol="0">
            <a:spAutoFit/>
          </a:bodyPr>
          <a:lstStyle/>
          <a:p>
            <a:r>
              <a:rPr lang="en-LV" dirty="0"/>
              <a:t>Im using 5 frames per second to get more information out from the video itself</a:t>
            </a:r>
          </a:p>
        </p:txBody>
      </p:sp>
      <p:sp>
        <p:nvSpPr>
          <p:cNvPr id="11" name="TextBox 10">
            <a:extLst>
              <a:ext uri="{FF2B5EF4-FFF2-40B4-BE49-F238E27FC236}">
                <a16:creationId xmlns:a16="http://schemas.microsoft.com/office/drawing/2014/main" id="{3F4F1CEE-37AD-F7F4-4F08-7E930F0D8612}"/>
              </a:ext>
            </a:extLst>
          </p:cNvPr>
          <p:cNvSpPr txBox="1"/>
          <p:nvPr/>
        </p:nvSpPr>
        <p:spPr>
          <a:xfrm>
            <a:off x="5935743" y="501923"/>
            <a:ext cx="6165130" cy="5755422"/>
          </a:xfrm>
          <a:prstGeom prst="rect">
            <a:avLst/>
          </a:prstGeom>
          <a:noFill/>
        </p:spPr>
        <p:txBody>
          <a:bodyPr wrap="square" rtlCol="0">
            <a:spAutoFit/>
          </a:bodyPr>
          <a:lstStyle/>
          <a:p>
            <a:r>
              <a:rPr lang="en-GB" sz="1600" dirty="0"/>
              <a:t># class </a:t>
            </a:r>
            <a:r>
              <a:rPr lang="en-GB" sz="1600" dirty="0" err="1"/>
              <a:t>x_center</a:t>
            </a:r>
            <a:r>
              <a:rPr lang="en-GB" sz="1600" dirty="0"/>
              <a:t> </a:t>
            </a:r>
            <a:r>
              <a:rPr lang="en-GB" sz="1600" dirty="0" err="1"/>
              <a:t>y_center</a:t>
            </a:r>
            <a:r>
              <a:rPr lang="en-GB" sz="1600" dirty="0"/>
              <a:t> width height </a:t>
            </a:r>
          </a:p>
          <a:p>
            <a:r>
              <a:rPr lang="en-GB" sz="1600" dirty="0" err="1"/>
              <a:t>cls_id</a:t>
            </a:r>
            <a:r>
              <a:rPr lang="en-GB" sz="1600" dirty="0"/>
              <a:t> = int(float(parts[0]))</a:t>
            </a:r>
          </a:p>
          <a:p>
            <a:r>
              <a:rPr lang="en-GB" sz="1600" dirty="0" err="1"/>
              <a:t>x_center</a:t>
            </a:r>
            <a:r>
              <a:rPr lang="en-GB" sz="1600" dirty="0"/>
              <a:t> = float(parts[1])</a:t>
            </a:r>
          </a:p>
          <a:p>
            <a:r>
              <a:rPr lang="en-GB" sz="1600" dirty="0" err="1"/>
              <a:t>y_center</a:t>
            </a:r>
            <a:r>
              <a:rPr lang="en-GB" sz="1600" dirty="0"/>
              <a:t> = float(parts[2])</a:t>
            </a:r>
          </a:p>
          <a:p>
            <a:r>
              <a:rPr lang="en-GB" sz="1600" dirty="0"/>
              <a:t>width = float(parts[3])</a:t>
            </a:r>
          </a:p>
          <a:p>
            <a:r>
              <a:rPr lang="en-GB" sz="1600" dirty="0"/>
              <a:t>height = float(parts[4])</a:t>
            </a:r>
          </a:p>
          <a:p>
            <a:br>
              <a:rPr lang="en-GB" sz="1600" dirty="0"/>
            </a:br>
            <a:endParaRPr lang="en-GB" sz="1600" dirty="0"/>
          </a:p>
          <a:p>
            <a:r>
              <a:rPr lang="en-GB" sz="1600" dirty="0"/>
              <a:t># 3D </a:t>
            </a:r>
            <a:r>
              <a:rPr lang="en-GB" sz="1600" dirty="0" err="1"/>
              <a:t>maaping</a:t>
            </a:r>
            <a:endParaRPr lang="en-GB" sz="1600" dirty="0"/>
          </a:p>
          <a:p>
            <a:r>
              <a:rPr lang="en-GB" sz="1600" dirty="0"/>
              <a:t># x = horizontal image position</a:t>
            </a:r>
          </a:p>
          <a:p>
            <a:r>
              <a:rPr lang="en-GB" sz="1600" dirty="0"/>
              <a:t># y = frame progression (walk direction)</a:t>
            </a:r>
          </a:p>
          <a:p>
            <a:r>
              <a:rPr lang="en-GB" sz="1600" dirty="0"/>
              <a:t># z = tree "height/strength" estimated from </a:t>
            </a:r>
            <a:r>
              <a:rPr lang="en-GB" sz="1600" dirty="0" err="1"/>
              <a:t>bbox</a:t>
            </a:r>
            <a:r>
              <a:rPr lang="en-GB" sz="1600" dirty="0"/>
              <a:t> height</a:t>
            </a:r>
          </a:p>
          <a:p>
            <a:r>
              <a:rPr lang="en-GB" sz="1600" dirty="0"/>
              <a:t>x = (</a:t>
            </a:r>
            <a:r>
              <a:rPr lang="en-GB" sz="1600" dirty="0" err="1"/>
              <a:t>x_center</a:t>
            </a:r>
            <a:r>
              <a:rPr lang="en-GB" sz="1600" dirty="0"/>
              <a:t> - 0.5) * 20</a:t>
            </a:r>
          </a:p>
          <a:p>
            <a:r>
              <a:rPr lang="en-GB" sz="1600" dirty="0"/>
              <a:t>y = </a:t>
            </a:r>
            <a:r>
              <a:rPr lang="en-GB" sz="1600" dirty="0" err="1"/>
              <a:t>frame_index</a:t>
            </a:r>
            <a:r>
              <a:rPr lang="en-GB" sz="1600" dirty="0"/>
              <a:t> * 1.5</a:t>
            </a:r>
          </a:p>
          <a:p>
            <a:r>
              <a:rPr lang="en-GB" sz="1600" dirty="0"/>
              <a:t>z = height * 30</a:t>
            </a:r>
          </a:p>
          <a:p>
            <a:br>
              <a:rPr lang="en-GB" sz="1600" dirty="0"/>
            </a:br>
            <a:endParaRPr lang="en-GB" sz="1600" dirty="0"/>
          </a:p>
          <a:p>
            <a:r>
              <a:rPr lang="en-GB" sz="1600" dirty="0"/>
              <a:t># Simple rule:</a:t>
            </a:r>
          </a:p>
          <a:p>
            <a:r>
              <a:rPr lang="en-GB" sz="1600" dirty="0"/>
              <a:t># smaller trees -&gt; cut (green)</a:t>
            </a:r>
          </a:p>
          <a:p>
            <a:r>
              <a:rPr lang="en-GB" sz="1600" dirty="0"/>
              <a:t># larger trees -&gt; keep (red)</a:t>
            </a:r>
          </a:p>
          <a:p>
            <a:r>
              <a:rPr lang="en-GB" sz="1600" dirty="0"/>
              <a:t>decision = "cut" if height &lt; 0.25 else "keep"</a:t>
            </a:r>
          </a:p>
          <a:p>
            <a:r>
              <a:rPr lang="en-GB" sz="1600" dirty="0" err="1"/>
              <a:t>color</a:t>
            </a:r>
            <a:r>
              <a:rPr lang="en-GB" sz="1600" dirty="0"/>
              <a:t> = "green" if decision == "cut" else "red"</a:t>
            </a:r>
          </a:p>
          <a:p>
            <a:endParaRPr lang="en-LV" sz="1600" dirty="0"/>
          </a:p>
        </p:txBody>
      </p:sp>
      <p:sp>
        <p:nvSpPr>
          <p:cNvPr id="12" name="TextBox 11">
            <a:extLst>
              <a:ext uri="{FF2B5EF4-FFF2-40B4-BE49-F238E27FC236}">
                <a16:creationId xmlns:a16="http://schemas.microsoft.com/office/drawing/2014/main" id="{F69F0432-551B-B7DE-5887-DFB1D030B92C}"/>
              </a:ext>
            </a:extLst>
          </p:cNvPr>
          <p:cNvSpPr txBox="1"/>
          <p:nvPr/>
        </p:nvSpPr>
        <p:spPr>
          <a:xfrm>
            <a:off x="527903" y="4723595"/>
            <a:ext cx="4198072" cy="923330"/>
          </a:xfrm>
          <a:prstGeom prst="rect">
            <a:avLst/>
          </a:prstGeom>
          <a:noFill/>
        </p:spPr>
        <p:txBody>
          <a:bodyPr wrap="square" rtlCol="0">
            <a:spAutoFit/>
          </a:bodyPr>
          <a:lstStyle/>
          <a:p>
            <a:r>
              <a:rPr lang="en-LV" dirty="0"/>
              <a:t>Here you can see how my 3D map positions and the rule for the decision making</a:t>
            </a:r>
          </a:p>
        </p:txBody>
      </p:sp>
      <p:sp>
        <p:nvSpPr>
          <p:cNvPr id="13" name="Right Arrow 12">
            <a:extLst>
              <a:ext uri="{FF2B5EF4-FFF2-40B4-BE49-F238E27FC236}">
                <a16:creationId xmlns:a16="http://schemas.microsoft.com/office/drawing/2014/main" id="{29AADA30-F0F9-1AD3-0DF2-2DD231ABE5B6}"/>
              </a:ext>
            </a:extLst>
          </p:cNvPr>
          <p:cNvSpPr/>
          <p:nvPr/>
        </p:nvSpPr>
        <p:spPr>
          <a:xfrm>
            <a:off x="4812385" y="5109328"/>
            <a:ext cx="801278" cy="7593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LV"/>
          </a:p>
        </p:txBody>
      </p:sp>
      <p:sp>
        <p:nvSpPr>
          <p:cNvPr id="14" name="Right Arrow 13">
            <a:extLst>
              <a:ext uri="{FF2B5EF4-FFF2-40B4-BE49-F238E27FC236}">
                <a16:creationId xmlns:a16="http://schemas.microsoft.com/office/drawing/2014/main" id="{4692E2E2-C9E6-8BCD-11E1-8D4055CA45A1}"/>
              </a:ext>
            </a:extLst>
          </p:cNvPr>
          <p:cNvSpPr/>
          <p:nvPr/>
        </p:nvSpPr>
        <p:spPr>
          <a:xfrm rot="16200000">
            <a:off x="2054387" y="3149679"/>
            <a:ext cx="468513" cy="9013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LV"/>
          </a:p>
        </p:txBody>
      </p:sp>
    </p:spTree>
    <p:extLst>
      <p:ext uri="{BB962C8B-B14F-4D97-AF65-F5344CB8AC3E}">
        <p14:creationId xmlns:p14="http://schemas.microsoft.com/office/powerpoint/2010/main" val="24538360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453932"/>
            <a:ext cx="10972800" cy="4627891"/>
          </a:xfrm>
        </p:spPr>
        <p:txBody>
          <a:bodyPr/>
          <a:lstStyle/>
          <a:p>
            <a:endParaRPr lang="lv-LV" dirty="0"/>
          </a:p>
          <a:p>
            <a:endParaRPr lang="lv-LV" dirty="0"/>
          </a:p>
        </p:txBody>
      </p:sp>
      <p:sp>
        <p:nvSpPr>
          <p:cNvPr id="3" name="Title 2"/>
          <p:cNvSpPr>
            <a:spLocks noGrp="1"/>
          </p:cNvSpPr>
          <p:nvPr>
            <p:ph type="title"/>
          </p:nvPr>
        </p:nvSpPr>
        <p:spPr/>
        <p:txBody>
          <a:bodyPr/>
          <a:lstStyle/>
          <a:p>
            <a:r>
              <a:rPr lang="en" dirty="0"/>
              <a:t>Work content</a:t>
            </a:r>
            <a:endParaRPr lang="lv-LV" dirty="0"/>
          </a:p>
        </p:txBody>
      </p:sp>
      <p:sp>
        <p:nvSpPr>
          <p:cNvPr id="4" name="Slide Number Placeholder 3"/>
          <p:cNvSpPr>
            <a:spLocks noGrp="1"/>
          </p:cNvSpPr>
          <p:nvPr>
            <p:ph type="sldNum" sz="quarter" idx="4"/>
          </p:nvPr>
        </p:nvSpPr>
        <p:spPr/>
        <p:txBody>
          <a:bodyPr/>
          <a:lstStyle/>
          <a:p>
            <a:r>
              <a:rPr lang="en"/>
              <a:t>RTU Liepaja</a:t>
            </a:r>
            <a:endParaRPr lang="en-US" dirty="0"/>
          </a:p>
        </p:txBody>
      </p:sp>
      <p:pic>
        <p:nvPicPr>
          <p:cNvPr id="6" name="Picture 5" descr="A graph with red dots&#10;&#10;AI-generated content may be incorrect.">
            <a:extLst>
              <a:ext uri="{FF2B5EF4-FFF2-40B4-BE49-F238E27FC236}">
                <a16:creationId xmlns:a16="http://schemas.microsoft.com/office/drawing/2014/main" id="{248191E8-359B-12CA-BB0A-C8B9FA924C06}"/>
              </a:ext>
            </a:extLst>
          </p:cNvPr>
          <p:cNvPicPr>
            <a:picLocks noChangeAspect="1"/>
          </p:cNvPicPr>
          <p:nvPr/>
        </p:nvPicPr>
        <p:blipFill>
          <a:blip r:embed="rId2"/>
          <a:srcRect l="15768" r="12188"/>
          <a:stretch>
            <a:fillRect/>
          </a:stretch>
        </p:blipFill>
        <p:spPr>
          <a:xfrm>
            <a:off x="5712642" y="641143"/>
            <a:ext cx="5599523" cy="5440680"/>
          </a:xfrm>
          <a:prstGeom prst="rect">
            <a:avLst/>
          </a:prstGeom>
        </p:spPr>
      </p:pic>
      <p:pic>
        <p:nvPicPr>
          <p:cNvPr id="8" name="Picture 7" descr="A green dots on a black background&#10;&#10;AI-generated content may be incorrect.">
            <a:extLst>
              <a:ext uri="{FF2B5EF4-FFF2-40B4-BE49-F238E27FC236}">
                <a16:creationId xmlns:a16="http://schemas.microsoft.com/office/drawing/2014/main" id="{CA16BFE5-54D3-1332-50F8-F2BCB6BA11F9}"/>
              </a:ext>
            </a:extLst>
          </p:cNvPr>
          <p:cNvPicPr>
            <a:picLocks noChangeAspect="1"/>
          </p:cNvPicPr>
          <p:nvPr/>
        </p:nvPicPr>
        <p:blipFill>
          <a:blip r:embed="rId3"/>
          <a:stretch>
            <a:fillRect/>
          </a:stretch>
        </p:blipFill>
        <p:spPr>
          <a:xfrm>
            <a:off x="1086569" y="1615256"/>
            <a:ext cx="3993691" cy="3993691"/>
          </a:xfrm>
          <a:prstGeom prst="rect">
            <a:avLst/>
          </a:prstGeom>
        </p:spPr>
      </p:pic>
    </p:spTree>
    <p:extLst>
      <p:ext uri="{BB962C8B-B14F-4D97-AF65-F5344CB8AC3E}">
        <p14:creationId xmlns:p14="http://schemas.microsoft.com/office/powerpoint/2010/main" val="13924283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38F9F10-444D-BAC3-8134-899F9A69265A}"/>
              </a:ext>
            </a:extLst>
          </p:cNvPr>
          <p:cNvSpPr>
            <a:spLocks noGrp="1"/>
          </p:cNvSpPr>
          <p:nvPr>
            <p:ph idx="1"/>
          </p:nvPr>
        </p:nvSpPr>
        <p:spPr>
          <a:xfrm>
            <a:off x="609599" y="1281083"/>
            <a:ext cx="10972800" cy="2789129"/>
          </a:xfrm>
        </p:spPr>
        <p:txBody>
          <a:bodyPr/>
          <a:lstStyle/>
          <a:p>
            <a:r>
              <a:rPr lang="en-LV" dirty="0"/>
              <a:t>Frame extratction successfully developed</a:t>
            </a:r>
          </a:p>
          <a:p>
            <a:r>
              <a:rPr lang="en-LV" dirty="0"/>
              <a:t>Tree labeling dataset created </a:t>
            </a:r>
          </a:p>
          <a:p>
            <a:r>
              <a:rPr lang="en-LV" dirty="0"/>
              <a:t>YOLOv8 model trained </a:t>
            </a:r>
          </a:p>
          <a:p>
            <a:r>
              <a:rPr lang="en-LV" dirty="0"/>
              <a:t>Tree detection works on new frames</a:t>
            </a:r>
          </a:p>
          <a:p>
            <a:r>
              <a:rPr lang="en-LV" dirty="0"/>
              <a:t>Prototype 2D and 3D map generated</a:t>
            </a:r>
          </a:p>
          <a:p>
            <a:r>
              <a:rPr lang="en-LV" dirty="0"/>
              <a:t>Basic cut and keep logic implemented</a:t>
            </a:r>
          </a:p>
        </p:txBody>
      </p:sp>
      <p:sp>
        <p:nvSpPr>
          <p:cNvPr id="3" name="Title 2">
            <a:extLst>
              <a:ext uri="{FF2B5EF4-FFF2-40B4-BE49-F238E27FC236}">
                <a16:creationId xmlns:a16="http://schemas.microsoft.com/office/drawing/2014/main" id="{24F72843-E327-FF9D-DF4A-B04AC65CBD32}"/>
              </a:ext>
            </a:extLst>
          </p:cNvPr>
          <p:cNvSpPr>
            <a:spLocks noGrp="1"/>
          </p:cNvSpPr>
          <p:nvPr>
            <p:ph type="title"/>
          </p:nvPr>
        </p:nvSpPr>
        <p:spPr/>
        <p:txBody>
          <a:bodyPr/>
          <a:lstStyle/>
          <a:p>
            <a:r>
              <a:rPr lang="en-LV" dirty="0"/>
              <a:t>Results </a:t>
            </a:r>
          </a:p>
        </p:txBody>
      </p:sp>
      <p:sp>
        <p:nvSpPr>
          <p:cNvPr id="4" name="Slide Number Placeholder 3">
            <a:extLst>
              <a:ext uri="{FF2B5EF4-FFF2-40B4-BE49-F238E27FC236}">
                <a16:creationId xmlns:a16="http://schemas.microsoft.com/office/drawing/2014/main" id="{E23B7C6C-04F7-017B-B0A3-47AF4465998A}"/>
              </a:ext>
            </a:extLst>
          </p:cNvPr>
          <p:cNvSpPr>
            <a:spLocks noGrp="1"/>
          </p:cNvSpPr>
          <p:nvPr>
            <p:ph type="sldNum" sz="quarter" idx="4"/>
          </p:nvPr>
        </p:nvSpPr>
        <p:spPr/>
        <p:txBody>
          <a:bodyPr/>
          <a:lstStyle/>
          <a:p>
            <a:r>
              <a:rPr lang="lv-LV"/>
              <a:t>RTU Liepāja</a:t>
            </a:r>
            <a:endParaRPr lang="en-US" dirty="0"/>
          </a:p>
        </p:txBody>
      </p:sp>
      <p:sp>
        <p:nvSpPr>
          <p:cNvPr id="5" name="Title 2">
            <a:extLst>
              <a:ext uri="{FF2B5EF4-FFF2-40B4-BE49-F238E27FC236}">
                <a16:creationId xmlns:a16="http://schemas.microsoft.com/office/drawing/2014/main" id="{BF15552C-F056-75BC-8FF0-F6A0A959EC26}"/>
              </a:ext>
            </a:extLst>
          </p:cNvPr>
          <p:cNvSpPr txBox="1">
            <a:spLocks/>
          </p:cNvSpPr>
          <p:nvPr/>
        </p:nvSpPr>
        <p:spPr>
          <a:xfrm>
            <a:off x="609599" y="3617784"/>
            <a:ext cx="10972800" cy="770685"/>
          </a:xfrm>
          <a:prstGeom prst="rect">
            <a:avLst/>
          </a:prstGeom>
        </p:spPr>
        <p:txBody>
          <a:bodyPr vert="horz" lIns="91440" tIns="45720" rIns="91440" bIns="45720" rtlCol="0" anchor="t">
            <a:noAutofit/>
          </a:bodyPr>
          <a:lstStyle>
            <a:lvl1pPr algn="l" defTabSz="457200" rtl="0" eaLnBrk="1" latinLnBrk="0" hangingPunct="1">
              <a:spcBef>
                <a:spcPct val="0"/>
              </a:spcBef>
              <a:buNone/>
              <a:defRPr sz="4400" b="1" i="0" kern="1200">
                <a:solidFill>
                  <a:schemeClr val="accent1"/>
                </a:solidFill>
                <a:latin typeface="Arial"/>
                <a:ea typeface="+mj-ea"/>
                <a:cs typeface="Arial"/>
              </a:defRPr>
            </a:lvl1pPr>
          </a:lstStyle>
          <a:p>
            <a:r>
              <a:rPr lang="en-LV" dirty="0"/>
              <a:t>Limitations </a:t>
            </a:r>
          </a:p>
        </p:txBody>
      </p:sp>
      <p:sp>
        <p:nvSpPr>
          <p:cNvPr id="6" name="Content Placeholder 1">
            <a:extLst>
              <a:ext uri="{FF2B5EF4-FFF2-40B4-BE49-F238E27FC236}">
                <a16:creationId xmlns:a16="http://schemas.microsoft.com/office/drawing/2014/main" id="{FD0A9F5B-53C1-F712-9641-8DBFFD8F5A7D}"/>
              </a:ext>
            </a:extLst>
          </p:cNvPr>
          <p:cNvSpPr txBox="1">
            <a:spLocks/>
          </p:cNvSpPr>
          <p:nvPr/>
        </p:nvSpPr>
        <p:spPr>
          <a:xfrm>
            <a:off x="609599" y="4501590"/>
            <a:ext cx="10972800" cy="1663539"/>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Wingdings" charset="2"/>
              <a:buChar char="§"/>
              <a:defRPr sz="2000" kern="1200">
                <a:solidFill>
                  <a:schemeClr val="accent1"/>
                </a:solidFill>
                <a:latin typeface="Arial"/>
                <a:ea typeface="+mn-ea"/>
                <a:cs typeface="Arial"/>
              </a:defRPr>
            </a:lvl1pPr>
            <a:lvl2pPr marL="742950" indent="-285750" algn="l" defTabSz="457200" rtl="0" eaLnBrk="1" latinLnBrk="0" hangingPunct="1">
              <a:spcBef>
                <a:spcPct val="20000"/>
              </a:spcBef>
              <a:buFont typeface="Arial"/>
              <a:buChar char="–"/>
              <a:defRPr sz="1800" kern="1200">
                <a:solidFill>
                  <a:schemeClr val="accent1"/>
                </a:solidFill>
                <a:latin typeface="Arial"/>
                <a:ea typeface="+mn-ea"/>
                <a:cs typeface="Arial"/>
              </a:defRPr>
            </a:lvl2pPr>
            <a:lvl3pPr marL="1143000" indent="-228600" algn="l" defTabSz="457200" rtl="0" eaLnBrk="1" latinLnBrk="0" hangingPunct="1">
              <a:spcBef>
                <a:spcPct val="20000"/>
              </a:spcBef>
              <a:buSzPct val="75000"/>
              <a:buFont typeface="Wingdings" charset="2"/>
              <a:buChar char="§"/>
              <a:defRPr sz="1400" kern="1200">
                <a:solidFill>
                  <a:schemeClr val="accent1"/>
                </a:solidFill>
                <a:latin typeface="Arial"/>
                <a:ea typeface="+mn-ea"/>
                <a:cs typeface="Arial"/>
              </a:defRPr>
            </a:lvl3pPr>
            <a:lvl4pPr marL="1600200" indent="-228600" algn="l" defTabSz="457200" rtl="0" eaLnBrk="1" latinLnBrk="0" hangingPunct="1">
              <a:spcBef>
                <a:spcPct val="20000"/>
              </a:spcBef>
              <a:buSzPct val="75000"/>
              <a:buFont typeface="Arial"/>
              <a:buChar char="–"/>
              <a:defRPr sz="1400" kern="1200">
                <a:solidFill>
                  <a:schemeClr val="accent1"/>
                </a:solidFill>
                <a:latin typeface="Arial"/>
                <a:ea typeface="+mn-ea"/>
                <a:cs typeface="Arial"/>
              </a:defRPr>
            </a:lvl4pPr>
            <a:lvl5pPr marL="2114550" indent="-285750" algn="l" defTabSz="457200" rtl="0" eaLnBrk="1" latinLnBrk="0" hangingPunct="1">
              <a:spcBef>
                <a:spcPct val="20000"/>
              </a:spcBef>
              <a:buSzPct val="50000"/>
              <a:buFont typeface="Wingdings" charset="2"/>
              <a:buChar char="§"/>
              <a:defRPr sz="1400" kern="1200">
                <a:solidFill>
                  <a:schemeClr val="accent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accent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accent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accent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accent1"/>
                </a:solidFill>
                <a:latin typeface="+mn-lt"/>
                <a:ea typeface="+mn-ea"/>
                <a:cs typeface="+mn-cs"/>
              </a:defRPr>
            </a:lvl9pPr>
          </a:lstStyle>
          <a:p>
            <a:r>
              <a:rPr lang="en-LV" dirty="0"/>
              <a:t>Small dataset reduces accuracy</a:t>
            </a:r>
          </a:p>
          <a:p>
            <a:r>
              <a:rPr lang="en-LV" dirty="0"/>
              <a:t>No LiDAR or GPS integration yet</a:t>
            </a:r>
          </a:p>
          <a:p>
            <a:r>
              <a:rPr lang="en-LV" dirty="0"/>
              <a:t>Mapping is approxmate , not real world precise</a:t>
            </a:r>
          </a:p>
        </p:txBody>
      </p:sp>
    </p:spTree>
    <p:extLst>
      <p:ext uri="{BB962C8B-B14F-4D97-AF65-F5344CB8AC3E}">
        <p14:creationId xmlns:p14="http://schemas.microsoft.com/office/powerpoint/2010/main" val="9753834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 dirty="0"/>
              <a:t>An AI based prototype for forest tree detection and decision support was developed</a:t>
            </a:r>
          </a:p>
          <a:p>
            <a:r>
              <a:rPr lang="en" dirty="0"/>
              <a:t>YOLOv8 can be used to detect trees from forest video footage</a:t>
            </a:r>
          </a:p>
          <a:p>
            <a:r>
              <a:rPr lang="en" dirty="0"/>
              <a:t>Detection results can be used for supporting and mapping a forest environment</a:t>
            </a:r>
          </a:p>
          <a:p>
            <a:r>
              <a:rPr lang="en" dirty="0"/>
              <a:t>Future improvements include LiDAR, GPS ,Larger Datasets , tracking and live mapping.</a:t>
            </a:r>
          </a:p>
          <a:p>
            <a:endParaRPr lang="lv-LV" dirty="0"/>
          </a:p>
        </p:txBody>
      </p:sp>
      <p:sp>
        <p:nvSpPr>
          <p:cNvPr id="3" name="Title 2"/>
          <p:cNvSpPr>
            <a:spLocks noGrp="1"/>
          </p:cNvSpPr>
          <p:nvPr>
            <p:ph type="title"/>
          </p:nvPr>
        </p:nvSpPr>
        <p:spPr/>
        <p:txBody>
          <a:bodyPr/>
          <a:lstStyle/>
          <a:p>
            <a:r>
              <a:rPr lang="en" dirty="0"/>
              <a:t>Conclusions</a:t>
            </a:r>
          </a:p>
        </p:txBody>
      </p:sp>
      <p:sp>
        <p:nvSpPr>
          <p:cNvPr id="4" name="Slide Number Placeholder 3"/>
          <p:cNvSpPr>
            <a:spLocks noGrp="1"/>
          </p:cNvSpPr>
          <p:nvPr>
            <p:ph type="sldNum" sz="quarter" idx="4"/>
          </p:nvPr>
        </p:nvSpPr>
        <p:spPr/>
        <p:txBody>
          <a:bodyPr/>
          <a:lstStyle/>
          <a:p>
            <a:r>
              <a:rPr lang="en"/>
              <a:t>RTU Liepaja</a:t>
            </a:r>
            <a:endParaRPr lang="en-US" dirty="0"/>
          </a:p>
        </p:txBody>
      </p:sp>
    </p:spTree>
    <p:extLst>
      <p:ext uri="{BB962C8B-B14F-4D97-AF65-F5344CB8AC3E}">
        <p14:creationId xmlns:p14="http://schemas.microsoft.com/office/powerpoint/2010/main" val="32554248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407A7BA-0B38-727D-E20A-C52C5BAFF3D8}"/>
              </a:ext>
            </a:extLst>
          </p:cNvPr>
          <p:cNvSpPr>
            <a:spLocks noGrp="1"/>
          </p:cNvSpPr>
          <p:nvPr>
            <p:ph idx="1"/>
          </p:nvPr>
        </p:nvSpPr>
        <p:spPr/>
        <p:txBody>
          <a:bodyPr/>
          <a:lstStyle/>
          <a:p>
            <a:endParaRPr lang="en-LV" dirty="0"/>
          </a:p>
          <a:p>
            <a:r>
              <a:rPr lang="en-GB" dirty="0"/>
              <a:t>T</a:t>
            </a:r>
            <a:r>
              <a:rPr lang="en-LV" dirty="0"/>
              <a:t>echnical progress of the project itself    -  80% completed </a:t>
            </a:r>
          </a:p>
          <a:p>
            <a:r>
              <a:rPr lang="en-LV" dirty="0"/>
              <a:t>Documentation and thesis paper            -  65% - 70% completed</a:t>
            </a:r>
          </a:p>
          <a:p>
            <a:endParaRPr lang="en-LV" dirty="0"/>
          </a:p>
          <a:p>
            <a:r>
              <a:rPr lang="en-GB" dirty="0"/>
              <a:t>E</a:t>
            </a:r>
            <a:r>
              <a:rPr lang="en-LV" dirty="0"/>
              <a:t>stimation finishing time    -                    - in 160 working hours which is equal to a month            </a:t>
            </a:r>
          </a:p>
          <a:p>
            <a:pPr marL="0" indent="0">
              <a:buNone/>
            </a:pPr>
            <a:r>
              <a:rPr lang="en-LV" dirty="0"/>
              <a:t>                                                                        from today</a:t>
            </a:r>
          </a:p>
          <a:p>
            <a:endParaRPr lang="en-LV" dirty="0"/>
          </a:p>
        </p:txBody>
      </p:sp>
      <p:sp>
        <p:nvSpPr>
          <p:cNvPr id="3" name="Title 2">
            <a:extLst>
              <a:ext uri="{FF2B5EF4-FFF2-40B4-BE49-F238E27FC236}">
                <a16:creationId xmlns:a16="http://schemas.microsoft.com/office/drawing/2014/main" id="{95AECC10-9D6E-DDE6-787C-DDD03953956B}"/>
              </a:ext>
            </a:extLst>
          </p:cNvPr>
          <p:cNvSpPr>
            <a:spLocks noGrp="1"/>
          </p:cNvSpPr>
          <p:nvPr>
            <p:ph type="title"/>
          </p:nvPr>
        </p:nvSpPr>
        <p:spPr/>
        <p:txBody>
          <a:bodyPr/>
          <a:lstStyle/>
          <a:p>
            <a:r>
              <a:rPr lang="en-LV" dirty="0"/>
              <a:t>Estimation of progress timeline</a:t>
            </a:r>
          </a:p>
        </p:txBody>
      </p:sp>
      <p:sp>
        <p:nvSpPr>
          <p:cNvPr id="4" name="Slide Number Placeholder 3">
            <a:extLst>
              <a:ext uri="{FF2B5EF4-FFF2-40B4-BE49-F238E27FC236}">
                <a16:creationId xmlns:a16="http://schemas.microsoft.com/office/drawing/2014/main" id="{D4E11C46-B5F7-FA53-4422-B7E65E402A38}"/>
              </a:ext>
            </a:extLst>
          </p:cNvPr>
          <p:cNvSpPr>
            <a:spLocks noGrp="1"/>
          </p:cNvSpPr>
          <p:nvPr>
            <p:ph type="sldNum" sz="quarter" idx="4"/>
          </p:nvPr>
        </p:nvSpPr>
        <p:spPr/>
        <p:txBody>
          <a:bodyPr/>
          <a:lstStyle/>
          <a:p>
            <a:r>
              <a:rPr lang="lv-LV"/>
              <a:t>RTU Liepāja</a:t>
            </a:r>
            <a:endParaRPr lang="en-US" dirty="0"/>
          </a:p>
        </p:txBody>
      </p:sp>
    </p:spTree>
    <p:extLst>
      <p:ext uri="{BB962C8B-B14F-4D97-AF65-F5344CB8AC3E}">
        <p14:creationId xmlns:p14="http://schemas.microsoft.com/office/powerpoint/2010/main" val="21778189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 dirty="0"/>
              <a:t>Thank you for your attention!</a:t>
            </a:r>
            <a:br>
              <a:rPr lang="lv-LV" dirty="0"/>
            </a:br>
            <a:r>
              <a:rPr lang="en" dirty="0"/>
              <a:t> </a:t>
            </a:r>
            <a:br>
              <a:rPr lang="lv-LV" dirty="0"/>
            </a:br>
            <a:r>
              <a:rPr lang="en" dirty="0"/>
              <a:t>Please, </a:t>
            </a:r>
            <a:r>
              <a:rPr lang="en"/>
              <a:t>your questions…</a:t>
            </a:r>
            <a:endParaRPr lang="en-US"/>
          </a:p>
        </p:txBody>
      </p:sp>
    </p:spTree>
    <p:extLst>
      <p:ext uri="{BB962C8B-B14F-4D97-AF65-F5344CB8AC3E}">
        <p14:creationId xmlns:p14="http://schemas.microsoft.com/office/powerpoint/2010/main" val="930393128"/>
      </p:ext>
    </p:extLst>
  </p:cSld>
  <p:clrMapOvr>
    <a:masterClrMapping/>
  </p:clrMapOvr>
</p:sld>
</file>

<file path=ppt/theme/theme1.xml><?xml version="1.0" encoding="utf-8"?>
<a:theme xmlns:a="http://schemas.openxmlformats.org/drawingml/2006/main" name="L_Ekspresis_PPT_pamatne">
  <a:themeElements>
    <a:clrScheme name="Custom 6">
      <a:dk1>
        <a:srgbClr val="005551"/>
      </a:dk1>
      <a:lt1>
        <a:srgbClr val="FFFFFF"/>
      </a:lt1>
      <a:dk2>
        <a:srgbClr val="005551"/>
      </a:dk2>
      <a:lt2>
        <a:srgbClr val="FFFFFF"/>
      </a:lt2>
      <a:accent1>
        <a:srgbClr val="005551"/>
      </a:accent1>
      <a:accent2>
        <a:srgbClr val="BDCF3C"/>
      </a:accent2>
      <a:accent3>
        <a:srgbClr val="B72E91"/>
      </a:accent3>
      <a:accent4>
        <a:srgbClr val="27C4A6"/>
      </a:accent4>
      <a:accent5>
        <a:srgbClr val="FFC832"/>
      </a:accent5>
      <a:accent6>
        <a:srgbClr val="00B9F1"/>
      </a:accent6>
      <a:hlink>
        <a:srgbClr val="8B5BA4"/>
      </a:hlink>
      <a:folHlink>
        <a:srgbClr val="BFBFB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s" ma:contentTypeID="0x01010067946712EBE05F42B156DA2569E31789" ma:contentTypeVersion="2" ma:contentTypeDescription="Izveidot jaunu dokumentu." ma:contentTypeScope="" ma:versionID="fa93f60df8ac12f8eacee93447378c8d">
  <xsd:schema xmlns:xsd="http://www.w3.org/2001/XMLSchema" xmlns:xs="http://www.w3.org/2001/XMLSchema" xmlns:p="http://schemas.microsoft.com/office/2006/metadata/properties" xmlns:ns2="f7ae2d71-6cb9-4ac1-b1ad-68aa4efc7a5e" targetNamespace="http://schemas.microsoft.com/office/2006/metadata/properties" ma:root="true" ma:fieldsID="3fa4aae2b914b1424020cfd6ff0d25ce" ns2:_="">
    <xsd:import namespace="f7ae2d71-6cb9-4ac1-b1ad-68aa4efc7a5e"/>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7ae2d71-6cb9-4ac1-b1ad-68aa4efc7a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Satura tips"/>
        <xsd:element ref="dc:title" minOccurs="0" maxOccurs="1" ma:index="4" ma:displayName="Virsraksts"/>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B35570A-E4E5-44E2-AC4C-6B36976FEA25}">
  <ds:schemaRefs>
    <ds:schemaRef ds:uri="http://purl.org/dc/dcmitype/"/>
    <ds:schemaRef ds:uri="http://schemas.microsoft.com/office/2006/metadata/properties"/>
    <ds:schemaRef ds:uri="http://www.w3.org/XML/1998/namespace"/>
    <ds:schemaRef ds:uri="http://schemas.microsoft.com/office/2006/documentManagement/types"/>
    <ds:schemaRef ds:uri="f7ae2d71-6cb9-4ac1-b1ad-68aa4efc7a5e"/>
    <ds:schemaRef ds:uri="http://purl.org/dc/elements/1.1/"/>
    <ds:schemaRef ds:uri="http://schemas.microsoft.com/office/infopath/2007/PartnerControls"/>
    <ds:schemaRef ds:uri="http://schemas.openxmlformats.org/package/2006/metadata/core-properties"/>
    <ds:schemaRef ds:uri="http://purl.org/dc/terms/"/>
  </ds:schemaRefs>
</ds:datastoreItem>
</file>

<file path=customXml/itemProps2.xml><?xml version="1.0" encoding="utf-8"?>
<ds:datastoreItem xmlns:ds="http://schemas.openxmlformats.org/officeDocument/2006/customXml" ds:itemID="{470FA1DA-D6F1-4098-8C00-FFAD2FE8CB70}">
  <ds:schemaRefs>
    <ds:schemaRef ds:uri="http://schemas.microsoft.com/sharepoint/v3/contenttype/forms"/>
  </ds:schemaRefs>
</ds:datastoreItem>
</file>

<file path=customXml/itemProps3.xml><?xml version="1.0" encoding="utf-8"?>
<ds:datastoreItem xmlns:ds="http://schemas.openxmlformats.org/officeDocument/2006/customXml" ds:itemID="{398C5EC5-F89A-46D2-A085-47783B42FEC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7ae2d71-6cb9-4ac1-b1ad-68aa4efc7a5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L_Ekspresis_PPT_pamatne.potx</Template>
  <TotalTime>8482</TotalTime>
  <Words>980</Words>
  <Application>Microsoft Macintosh PowerPoint</Application>
  <PresentationFormat>Widescreen</PresentationFormat>
  <Paragraphs>126</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Wingdings</vt:lpstr>
      <vt:lpstr>L_Ekspresis_PPT_pamatne</vt:lpstr>
      <vt:lpstr>PowerPoint Presentation</vt:lpstr>
      <vt:lpstr>Introduction</vt:lpstr>
      <vt:lpstr>Topic relevance</vt:lpstr>
      <vt:lpstr>Purpose and objectives </vt:lpstr>
      <vt:lpstr>Research hypothesis and/or question</vt:lpstr>
      <vt:lpstr>Research and project development methods and approaches</vt:lpstr>
      <vt:lpstr>Data analysis</vt:lpstr>
      <vt:lpstr>Work content</vt:lpstr>
      <vt:lpstr>Work content</vt:lpstr>
      <vt:lpstr>Work content</vt:lpstr>
      <vt:lpstr>Work content</vt:lpstr>
      <vt:lpstr>Work content</vt:lpstr>
      <vt:lpstr>Work content</vt:lpstr>
      <vt:lpstr>Work content</vt:lpstr>
      <vt:lpstr>Work content</vt:lpstr>
      <vt:lpstr>Work content</vt:lpstr>
      <vt:lpstr>Work content</vt:lpstr>
      <vt:lpstr>Results </vt:lpstr>
      <vt:lpstr>Conclusions</vt:lpstr>
      <vt:lpstr>Estimation of progress timeline</vt:lpstr>
      <vt:lpstr>Thank you for your attention!   Please, your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Alla Anohina-Naumeca</dc:creator>
  <cp:lastModifiedBy>Subhatha Kaumud Senanayake Muruththettuwa Gama Ethi Ralalaya</cp:lastModifiedBy>
  <cp:revision>295</cp:revision>
  <cp:lastPrinted>2022-09-07T06:22:19Z</cp:lastPrinted>
  <dcterms:created xsi:type="dcterms:W3CDTF">2015-01-14T08:45:22Z</dcterms:created>
  <dcterms:modified xsi:type="dcterms:W3CDTF">2026-04-07T11:19:43Z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0x01010067946712EBE05F42B156DA2569E31789</vt:lpwstr>
  </property>
</Properties>
</file>